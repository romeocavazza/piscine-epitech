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825" r:id="rId3"/>
    <p:sldId id="2764" r:id="rId4"/>
    <p:sldId id="2826" r:id="rId5"/>
    <p:sldId id="2827" r:id="rId6"/>
    <p:sldId id="2828" r:id="rId7"/>
    <p:sldId id="2829" r:id="rId8"/>
    <p:sldId id="2812" r:id="rId9"/>
    <p:sldId id="2830" r:id="rId10"/>
    <p:sldId id="2831" r:id="rId11"/>
    <p:sldId id="2832" r:id="rId12"/>
    <p:sldId id="286" r:id="rId13"/>
  </p:sldIdLst>
  <p:sldSz cx="18288000" cy="10287000"/>
  <p:notesSz cx="6858000" cy="9144000"/>
  <p:embeddedFontLst>
    <p:embeddedFont>
      <p:font typeface="Anton" pitchFamily="2" charset="0"/>
      <p:regular r:id="rId15"/>
    </p:embeddedFont>
    <p:embeddedFont>
      <p:font typeface="IBM Plex Sans" panose="020B0503050203000203" pitchFamily="34" charset="0"/>
      <p:regular r:id="rId16"/>
      <p:bold r:id="rId17"/>
      <p:italic r:id="rId18"/>
      <p:boldItalic r:id="rId19"/>
    </p:embeddedFont>
    <p:embeddedFont>
      <p:font typeface="IBM Plex Sans Bold" panose="020B0803050203000203" pitchFamily="34" charset="0"/>
      <p:regular r:id="rId20"/>
      <p:bold r:id="rId21"/>
    </p:embeddedFont>
    <p:embeddedFont>
      <p:font typeface="Mulish" pitchFamily="2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F3A"/>
    <a:srgbClr val="013AFB"/>
    <a:srgbClr val="F989F8"/>
    <a:srgbClr val="00FF97"/>
    <a:srgbClr val="7A97FA"/>
    <a:srgbClr val="243762"/>
    <a:srgbClr val="FF1EF7"/>
    <a:srgbClr val="79FAC8"/>
    <a:srgbClr val="F9AA99"/>
    <a:srgbClr val="F1B6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B76B5-E838-4CDE-B056-86BB545D0439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A1B5C-DC23-44B4-B152-95DBD897783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5205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678D73E9-E252-24D2-8EDF-CDC6EC46A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4ab649b83_0_0:notes">
            <a:extLst>
              <a:ext uri="{FF2B5EF4-FFF2-40B4-BE49-F238E27FC236}">
                <a16:creationId xmlns:a16="http://schemas.microsoft.com/office/drawing/2014/main" id="{8F66A3BC-DD5A-C8E2-B41B-74FEE55BE9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28" name="Google Shape;128;g344ab649b83_0_0:notes">
            <a:extLst>
              <a:ext uri="{FF2B5EF4-FFF2-40B4-BE49-F238E27FC236}">
                <a16:creationId xmlns:a16="http://schemas.microsoft.com/office/drawing/2014/main" id="{3B418E93-1BBD-CDE6-54F0-565CCFD9C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8913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38D35-FD90-1516-97DF-60A07F95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46DCFC7-4EE6-FA76-56C4-F8A750562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0031A4F-B04B-6B1F-DE2F-9CCD32BB3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3861B0-749C-6AE8-F45F-1889B7AA38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1B5C-DC23-44B4-B152-95DBD897783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308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ED62D-140C-9004-3474-97E0AF31A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FACDAE2-FCE4-6C11-44EB-B8571EC9E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28C4FC6-5BE8-3104-ADA9-F3A932E76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EBDF60-F418-9199-BDB7-EC47BE80D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1B5C-DC23-44B4-B152-95DBD897783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0412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CEA18-78CC-7C10-8F8C-5E5E4A0E4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5382269-4990-EEFC-C32C-CBAD40B0D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A41EE6A-1C4C-3CDA-364D-6AA91076C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04E048-9372-9F80-3497-A0AE6EFED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1B5C-DC23-44B4-B152-95DBD8977831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8329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2AC380A0-86F6-59C1-CA91-1D1D22D81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4ab649b83_0_0:notes">
            <a:extLst>
              <a:ext uri="{FF2B5EF4-FFF2-40B4-BE49-F238E27FC236}">
                <a16:creationId xmlns:a16="http://schemas.microsoft.com/office/drawing/2014/main" id="{39CB3FC7-F4E5-5FD7-0619-0BC4E9AAA1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28" name="Google Shape;128;g344ab649b83_0_0:notes">
            <a:extLst>
              <a:ext uri="{FF2B5EF4-FFF2-40B4-BE49-F238E27FC236}">
                <a16:creationId xmlns:a16="http://schemas.microsoft.com/office/drawing/2014/main" id="{2E5A261A-19B9-6EA0-5A2A-25A1CC2FC5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6977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EA576-70B2-1517-349A-54211D076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B9EE87-253A-E5E1-F87E-89ADE7B33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CF22E3D-6B0F-4E9D-F418-603378D20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73D437-4275-4602-C5CB-2C7E277E3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1B5C-DC23-44B4-B152-95DBD8977831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4425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B7B1-5F2F-4700-A183-AA243B4296B4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D0AC7-EFF6-4AAB-B943-9FABFF274B2D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D2C2F9B-23B6-ED38-BBCC-8088F089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0CD8-03FC-4B15-80F7-EA6F8AC74895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32F4FBD-EA03-EEEE-7EAD-F1D0E738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734F-7153-4004-AF6D-19EC8218AB37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6405E86-41D6-C6CF-C4E9-44BD0551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E9CC1-C909-47A7-A118-90822CC61CBB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D937CA9-D6AA-D322-4034-A4E9E86ED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4FAA3-9EC8-4F50-8FE3-659FE79C7961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325BF-3573-423B-BAB5-31E764C17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2A16-92ED-4CB3-8ACC-5E35F418439D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514608-F584-8E3E-5AD9-F653B5D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1DE5-0FC7-436B-9DD4-52DE034EFECA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0808A2-3596-0428-ED06-D987BC0E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57E11-0257-4E78-8743-4CF449F4DDA4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9C65BAE-4BB4-794D-E45F-5A8C69BA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4DCC-84B2-48D3-8F31-EF24F0C76417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EF15E9-1994-E694-0214-9CEF74ED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DE077-C0CD-4BD3-BFAC-D860DC74CF5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89B66F0-F587-6603-95BE-7A0604CB4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position personnalisée"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BC8AF4-3B10-7490-023F-BB99D3B16B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621" y="534749"/>
            <a:ext cx="10931825" cy="1988345"/>
          </a:xfrm>
        </p:spPr>
        <p:txBody>
          <a:bodyPr>
            <a:normAutofit/>
          </a:bodyPr>
          <a:lstStyle>
            <a:lvl1pPr>
              <a:defRPr sz="12900">
                <a:solidFill>
                  <a:srgbClr val="FFFFFF"/>
                </a:solidFill>
                <a:latin typeface="Anton" pitchFamily="2" charset="0"/>
              </a:defRPr>
            </a:lvl1pPr>
          </a:lstStyle>
          <a:p>
            <a:r>
              <a:rPr lang="fr-FR" dirty="0"/>
              <a:t>CITATION_</a:t>
            </a:r>
          </a:p>
        </p:txBody>
      </p:sp>
      <p:pic>
        <p:nvPicPr>
          <p:cNvPr id="7" name="Google Shape;171;p23" title="Fichier 5.png">
            <a:extLst>
              <a:ext uri="{FF2B5EF4-FFF2-40B4-BE49-F238E27FC236}">
                <a16:creationId xmlns:a16="http://schemas.microsoft.com/office/drawing/2014/main" id="{D1C261A9-F05A-F2AE-CD88-EDA78635C059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50"/>
          <a:stretch/>
        </p:blipFill>
        <p:spPr>
          <a:xfrm>
            <a:off x="11852694" y="-1"/>
            <a:ext cx="6435306" cy="849371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BE4672D-2F38-39DB-A209-D26482C908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621" y="4567238"/>
            <a:ext cx="10932005" cy="1604963"/>
          </a:xfrm>
        </p:spPr>
        <p:txBody>
          <a:bodyPr>
            <a:noAutofit/>
          </a:bodyPr>
          <a:lstStyle>
            <a:lvl1pPr marL="0" indent="0" algn="ctr">
              <a:buNone/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1pPr>
            <a:lvl2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2pPr>
            <a:lvl3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3pPr>
            <a:lvl4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4pPr>
            <a:lvl5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fr-FR" dirty="0"/>
              <a:t>&lt; Vous pouvez sur cette slide inclure</a:t>
            </a:r>
          </a:p>
          <a:p>
            <a:pPr lvl="0"/>
            <a:r>
              <a:rPr lang="fr-FR" dirty="0"/>
              <a:t>Une citation à mettre en avant. /&gt;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16954CBA-20C8-1F3B-8126-568401777A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5621" y="6413290"/>
            <a:ext cx="10932005" cy="1604963"/>
          </a:xfrm>
        </p:spPr>
        <p:txBody>
          <a:bodyPr>
            <a:noAutofit/>
          </a:bodyPr>
          <a:lstStyle>
            <a:lvl1pPr marL="0" indent="0" algn="ctr">
              <a:buNone/>
              <a:defRPr sz="2550" i="1">
                <a:solidFill>
                  <a:srgbClr val="FFFFFF"/>
                </a:solidFill>
                <a:latin typeface="IBM Plex Sans" panose="020B0503050203000203" pitchFamily="34" charset="0"/>
              </a:defRPr>
            </a:lvl1pPr>
            <a:lvl2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2pPr>
            <a:lvl3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3pPr>
            <a:lvl4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4pPr>
            <a:lvl5pPr>
              <a:defRPr sz="3000">
                <a:solidFill>
                  <a:srgbClr val="FFFFFF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fr-FR" dirty="0"/>
              <a:t>Nom Prénom, Fonction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008D1AC-2788-6B4B-F6E0-83AE54C7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17538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BBAA3-4CCF-437B-9AEC-FF01E8CED745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925800" y="9715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13AFB"/>
                </a:solidFill>
                <a:latin typeface="Anton" pitchFamily="2" charset="0"/>
              </a:defRPr>
            </a:lvl1pPr>
          </a:lstStyle>
          <a:p>
            <a:r>
              <a:rPr lang="en-US" dirty="0"/>
              <a:t>&lt;</a:t>
            </a:r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12factor.net/" TargetMode="External"/><Relationship Id="rId3" Type="http://schemas.openxmlformats.org/officeDocument/2006/relationships/image" Target="../media/image11.png"/><Relationship Id="rId7" Type="http://schemas.openxmlformats.org/officeDocument/2006/relationships/hyperlink" Target="https://www.youtube.com/watch?v=9jqY_bvI5vk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V1Wacn96M9I" TargetMode="External"/><Relationship Id="rId5" Type="http://schemas.openxmlformats.org/officeDocument/2006/relationships/hyperlink" Target="https://fr.slideshare.net/slideshow/aaa-automated-testing/1913707" TargetMode="External"/><Relationship Id="rId10" Type="http://schemas.openxmlformats.org/officeDocument/2006/relationships/hyperlink" Target="https://gotocon.com/dl/goto-cph-2016/slides/NeelanChoksi_HowSoftwareLifecycleIntegrationAndDevOpsAreTransformingCarDevelopment.pdf" TargetMode="External"/><Relationship Id="rId4" Type="http://schemas.openxmlformats.org/officeDocument/2006/relationships/hyperlink" Target="https://www.youtube.com/watch?v=Xrgk023l4lI" TargetMode="External"/><Relationship Id="rId9" Type="http://schemas.openxmlformats.org/officeDocument/2006/relationships/hyperlink" Target="https://www.youtube.com/watch?v=AKqKCn4fheY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8046" y="675865"/>
            <a:ext cx="6515617" cy="1580037"/>
          </a:xfrm>
          <a:custGeom>
            <a:avLst/>
            <a:gdLst/>
            <a:ahLst/>
            <a:cxnLst/>
            <a:rect l="l" t="t" r="r" b="b"/>
            <a:pathLst>
              <a:path w="6515617" h="1580037">
                <a:moveTo>
                  <a:pt x="0" y="0"/>
                </a:moveTo>
                <a:lnTo>
                  <a:pt x="6515617" y="0"/>
                </a:lnTo>
                <a:lnTo>
                  <a:pt x="6515617" y="1580037"/>
                </a:lnTo>
                <a:lnTo>
                  <a:pt x="0" y="1580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noProof="0" dirty="0"/>
          </a:p>
        </p:txBody>
      </p:sp>
      <p:sp>
        <p:nvSpPr>
          <p:cNvPr id="3" name="Freeform 3"/>
          <p:cNvSpPr/>
          <p:nvPr/>
        </p:nvSpPr>
        <p:spPr>
          <a:xfrm>
            <a:off x="9929973" y="0"/>
            <a:ext cx="8358027" cy="5589269"/>
          </a:xfrm>
          <a:custGeom>
            <a:avLst/>
            <a:gdLst/>
            <a:ahLst/>
            <a:cxnLst/>
            <a:rect l="l" t="t" r="r" b="b"/>
            <a:pathLst>
              <a:path w="8358027" h="5589269">
                <a:moveTo>
                  <a:pt x="0" y="0"/>
                </a:moveTo>
                <a:lnTo>
                  <a:pt x="8358027" y="0"/>
                </a:lnTo>
                <a:lnTo>
                  <a:pt x="8358027" y="5589269"/>
                </a:lnTo>
                <a:lnTo>
                  <a:pt x="0" y="55892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518046" y="6272569"/>
            <a:ext cx="17236554" cy="2019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0"/>
              </a:lnSpc>
              <a:spcBef>
                <a:spcPct val="0"/>
              </a:spcBef>
            </a:pPr>
            <a:r>
              <a:rPr lang="en-US" sz="12000" noProof="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KICK-OFF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1560" y="8505825"/>
            <a:ext cx="6456040" cy="752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99"/>
              </a:lnSpc>
              <a:spcBef>
                <a:spcPct val="0"/>
              </a:spcBef>
            </a:pPr>
            <a:r>
              <a:rPr lang="en-US" sz="4499" b="1" noProof="0" dirty="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DevOps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EDBDC8C-CDA0-BC26-74E5-7802A2F7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&lt;</a:t>
            </a:r>
            <a:fld id="{B6F15528-21DE-4FAA-801E-634DDDAF4B2B}" type="slidenum">
              <a:rPr lang="en-US" noProof="0" smtClean="0"/>
              <a:pPr/>
              <a:t>1</a:t>
            </a:fld>
            <a:r>
              <a:rPr lang="en-US" noProof="0" dirty="0"/>
              <a:t>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B3D0-538A-7BD7-9190-28193A225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>
            <a:extLst>
              <a:ext uri="{FF2B5EF4-FFF2-40B4-BE49-F238E27FC236}">
                <a16:creationId xmlns:a16="http://schemas.microsoft.com/office/drawing/2014/main" id="{8A68CF0C-745B-F0B8-6EE5-793624FAAE55}"/>
              </a:ext>
            </a:extLst>
          </p:cNvPr>
          <p:cNvSpPr txBox="1"/>
          <p:nvPr/>
        </p:nvSpPr>
        <p:spPr>
          <a:xfrm>
            <a:off x="1028699" y="1095375"/>
            <a:ext cx="11834745" cy="109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fr-FR" sz="7500" spc="-75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About DevOps</a:t>
            </a:r>
            <a:r>
              <a:rPr lang="fr-FR" sz="8800" spc="-75" dirty="0">
                <a:solidFill>
                  <a:srgbClr val="00FF97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fr-FR" sz="7500" spc="-75" noProof="0" dirty="0">
              <a:solidFill>
                <a:srgbClr val="00FF97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2" name="Espace réservé du numéro de diapositive 21">
            <a:extLst>
              <a:ext uri="{FF2B5EF4-FFF2-40B4-BE49-F238E27FC236}">
                <a16:creationId xmlns:a16="http://schemas.microsoft.com/office/drawing/2014/main" id="{C0EBF7D9-3B9C-F7CF-1827-036395C4F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 noProof="0" dirty="0"/>
              <a:t>&lt;</a:t>
            </a:r>
            <a:fld id="{B6F15528-21DE-4FAA-801E-634DDDAF4B2B}" type="slidenum">
              <a:rPr lang="fr-FR" noProof="0" smtClean="0"/>
              <a:pPr/>
              <a:t>2</a:t>
            </a:fld>
            <a:r>
              <a:rPr lang="fr-FR" noProof="0" dirty="0"/>
              <a:t>&gt;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D7B81BC8-9BA4-79B6-631D-6E21DF4AD9F1}"/>
              </a:ext>
            </a:extLst>
          </p:cNvPr>
          <p:cNvGrpSpPr/>
          <p:nvPr/>
        </p:nvGrpSpPr>
        <p:grpSpPr>
          <a:xfrm>
            <a:off x="962025" y="3771900"/>
            <a:ext cx="9248775" cy="886058"/>
            <a:chOff x="962025" y="3771900"/>
            <a:chExt cx="6048375" cy="886058"/>
          </a:xfrm>
        </p:grpSpPr>
        <p:grpSp>
          <p:nvGrpSpPr>
            <p:cNvPr id="4" name="Group 2">
              <a:extLst>
                <a:ext uri="{FF2B5EF4-FFF2-40B4-BE49-F238E27FC236}">
                  <a16:creationId xmlns:a16="http://schemas.microsoft.com/office/drawing/2014/main" id="{0C47EB75-0C6E-3D19-DA2C-CEE8673C5A2C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9" name="Freeform 3">
                <a:extLst>
                  <a:ext uri="{FF2B5EF4-FFF2-40B4-BE49-F238E27FC236}">
                    <a16:creationId xmlns:a16="http://schemas.microsoft.com/office/drawing/2014/main" id="{724E060C-6087-F826-A389-570229B352D8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108433D-F188-2119-BC6E-5E2326D925E3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7" name="Freeform 5">
                <a:extLst>
                  <a:ext uri="{FF2B5EF4-FFF2-40B4-BE49-F238E27FC236}">
                    <a16:creationId xmlns:a16="http://schemas.microsoft.com/office/drawing/2014/main" id="{7D2F4F4A-DE2B-DE97-3177-6C4DB0716B19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8" name="TextBox 6">
                <a:extLst>
                  <a:ext uri="{FF2B5EF4-FFF2-40B4-BE49-F238E27FC236}">
                    <a16:creationId xmlns:a16="http://schemas.microsoft.com/office/drawing/2014/main" id="{35C3361A-4C06-29E2-A0A9-E8D3906A38F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6" name="TextBox 24">
              <a:extLst>
                <a:ext uri="{FF2B5EF4-FFF2-40B4-BE49-F238E27FC236}">
                  <a16:creationId xmlns:a16="http://schemas.microsoft.com/office/drawing/2014/main" id="{56A7FF4D-F842-54C9-4690-787418071D6C}"/>
                </a:ext>
              </a:extLst>
            </p:cNvPr>
            <p:cNvSpPr txBox="1"/>
            <p:nvPr/>
          </p:nvSpPr>
          <p:spPr>
            <a:xfrm>
              <a:off x="1626119" y="3848100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FF5F3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Developers</a:t>
              </a: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write code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9EE10AD2-3B9C-EF65-F1A1-293F919FC0EE}"/>
              </a:ext>
            </a:extLst>
          </p:cNvPr>
          <p:cNvGrpSpPr/>
          <p:nvPr/>
        </p:nvGrpSpPr>
        <p:grpSpPr>
          <a:xfrm>
            <a:off x="962025" y="6979288"/>
            <a:ext cx="9248775" cy="886058"/>
            <a:chOff x="962025" y="6979288"/>
            <a:chExt cx="6048375" cy="886058"/>
          </a:xfrm>
        </p:grpSpPr>
        <p:grpSp>
          <p:nvGrpSpPr>
            <p:cNvPr id="11" name="Group 12">
              <a:extLst>
                <a:ext uri="{FF2B5EF4-FFF2-40B4-BE49-F238E27FC236}">
                  <a16:creationId xmlns:a16="http://schemas.microsoft.com/office/drawing/2014/main" id="{73910AC5-1BF8-D46C-0ECB-C8B3BF78A993}"/>
                </a:ext>
              </a:extLst>
            </p:cNvPr>
            <p:cNvGrpSpPr/>
            <p:nvPr/>
          </p:nvGrpSpPr>
          <p:grpSpPr>
            <a:xfrm>
              <a:off x="962025" y="6979288"/>
              <a:ext cx="6048375" cy="886058"/>
              <a:chOff x="0" y="0"/>
              <a:chExt cx="3601780" cy="594325"/>
            </a:xfrm>
          </p:grpSpPr>
          <p:sp>
            <p:nvSpPr>
              <p:cNvPr id="17" name="Freeform 13">
                <a:extLst>
                  <a:ext uri="{FF2B5EF4-FFF2-40B4-BE49-F238E27FC236}">
                    <a16:creationId xmlns:a16="http://schemas.microsoft.com/office/drawing/2014/main" id="{DFF1FBD8-73E2-A08B-53A9-9D59F0F1959B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12" name="Group 14">
              <a:extLst>
                <a:ext uri="{FF2B5EF4-FFF2-40B4-BE49-F238E27FC236}">
                  <a16:creationId xmlns:a16="http://schemas.microsoft.com/office/drawing/2014/main" id="{2CCFACD3-4C8A-48CF-AA0A-5CF594FC7EC4}"/>
                </a:ext>
              </a:extLst>
            </p:cNvPr>
            <p:cNvGrpSpPr/>
            <p:nvPr/>
          </p:nvGrpSpPr>
          <p:grpSpPr>
            <a:xfrm>
              <a:off x="962025" y="6979288"/>
              <a:ext cx="484426" cy="886058"/>
              <a:chOff x="0" y="0"/>
              <a:chExt cx="169700" cy="349622"/>
            </a:xfrm>
          </p:grpSpPr>
          <p:sp>
            <p:nvSpPr>
              <p:cNvPr id="14" name="Freeform 15">
                <a:extLst>
                  <a:ext uri="{FF2B5EF4-FFF2-40B4-BE49-F238E27FC236}">
                    <a16:creationId xmlns:a16="http://schemas.microsoft.com/office/drawing/2014/main" id="{346D7BC8-5FDD-A70B-11C5-BCFB63D83CBB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15" name="TextBox 16">
                <a:extLst>
                  <a:ext uri="{FF2B5EF4-FFF2-40B4-BE49-F238E27FC236}">
                    <a16:creationId xmlns:a16="http://schemas.microsoft.com/office/drawing/2014/main" id="{42803A53-4E72-6310-C7BA-A8779BDAAFA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13" name="TextBox 25">
              <a:extLst>
                <a:ext uri="{FF2B5EF4-FFF2-40B4-BE49-F238E27FC236}">
                  <a16:creationId xmlns:a16="http://schemas.microsoft.com/office/drawing/2014/main" id="{2821EB19-8F44-4FDA-EB8B-A4D4A318407E}"/>
                </a:ext>
              </a:extLst>
            </p:cNvPr>
            <p:cNvSpPr txBox="1"/>
            <p:nvPr/>
          </p:nvSpPr>
          <p:spPr>
            <a:xfrm>
              <a:off x="1611809" y="7048500"/>
              <a:ext cx="5155683" cy="7994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noProof="0" dirty="0">
                  <a:solidFill>
                    <a:srgbClr val="FF5F3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DevOps </a:t>
              </a:r>
              <a:r>
                <a:rPr lang="en-US" sz="2499" b="1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is about making everything united and keeping everyone happy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20829371-D65D-07FC-74A9-A5687BE594F1}"/>
              </a:ext>
            </a:extLst>
          </p:cNvPr>
          <p:cNvGrpSpPr/>
          <p:nvPr/>
        </p:nvGrpSpPr>
        <p:grpSpPr>
          <a:xfrm>
            <a:off x="962025" y="5375594"/>
            <a:ext cx="8478056" cy="886058"/>
            <a:chOff x="962025" y="5375594"/>
            <a:chExt cx="5544352" cy="886058"/>
          </a:xfrm>
        </p:grpSpPr>
        <p:grpSp>
          <p:nvGrpSpPr>
            <p:cNvPr id="28" name="Group 7">
              <a:extLst>
                <a:ext uri="{FF2B5EF4-FFF2-40B4-BE49-F238E27FC236}">
                  <a16:creationId xmlns:a16="http://schemas.microsoft.com/office/drawing/2014/main" id="{DDB871ED-1511-8DFC-489E-64EED959A928}"/>
                </a:ext>
              </a:extLst>
            </p:cNvPr>
            <p:cNvGrpSpPr/>
            <p:nvPr/>
          </p:nvGrpSpPr>
          <p:grpSpPr>
            <a:xfrm>
              <a:off x="962025" y="5375594"/>
              <a:ext cx="5544351" cy="886058"/>
              <a:chOff x="0" y="0"/>
              <a:chExt cx="3301636" cy="594325"/>
            </a:xfrm>
          </p:grpSpPr>
          <p:sp>
            <p:nvSpPr>
              <p:cNvPr id="38" name="Freeform 8">
                <a:extLst>
                  <a:ext uri="{FF2B5EF4-FFF2-40B4-BE49-F238E27FC236}">
                    <a16:creationId xmlns:a16="http://schemas.microsoft.com/office/drawing/2014/main" id="{DD1206AD-849D-A1E6-C406-8EB986090830}"/>
                  </a:ext>
                </a:extLst>
              </p:cNvPr>
              <p:cNvSpPr/>
              <p:nvPr/>
            </p:nvSpPr>
            <p:spPr>
              <a:xfrm>
                <a:off x="0" y="0"/>
                <a:ext cx="3301636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30" name="Group 9">
              <a:extLst>
                <a:ext uri="{FF2B5EF4-FFF2-40B4-BE49-F238E27FC236}">
                  <a16:creationId xmlns:a16="http://schemas.microsoft.com/office/drawing/2014/main" id="{7579F128-7505-D72C-4CDB-8B55B24CA465}"/>
                </a:ext>
              </a:extLst>
            </p:cNvPr>
            <p:cNvGrpSpPr/>
            <p:nvPr/>
          </p:nvGrpSpPr>
          <p:grpSpPr>
            <a:xfrm>
              <a:off x="962025" y="5375594"/>
              <a:ext cx="484426" cy="886058"/>
              <a:chOff x="0" y="0"/>
              <a:chExt cx="169700" cy="349622"/>
            </a:xfrm>
          </p:grpSpPr>
          <p:sp>
            <p:nvSpPr>
              <p:cNvPr id="32" name="Freeform 10">
                <a:extLst>
                  <a:ext uri="{FF2B5EF4-FFF2-40B4-BE49-F238E27FC236}">
                    <a16:creationId xmlns:a16="http://schemas.microsoft.com/office/drawing/2014/main" id="{57EB7D7E-F6AD-05A8-891E-65592BF028AB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35" name="TextBox 11">
                <a:extLst>
                  <a:ext uri="{FF2B5EF4-FFF2-40B4-BE49-F238E27FC236}">
                    <a16:creationId xmlns:a16="http://schemas.microsoft.com/office/drawing/2014/main" id="{71C9BFC4-CF34-1D0E-0335-4D9DD41F00B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31" name="TextBox 27">
              <a:extLst>
                <a:ext uri="{FF2B5EF4-FFF2-40B4-BE49-F238E27FC236}">
                  <a16:creationId xmlns:a16="http://schemas.microsoft.com/office/drawing/2014/main" id="{D59A4EDF-6C38-BC80-4553-8AEF5D44020D}"/>
                </a:ext>
              </a:extLst>
            </p:cNvPr>
            <p:cNvSpPr txBox="1"/>
            <p:nvPr/>
          </p:nvSpPr>
          <p:spPr>
            <a:xfrm>
              <a:off x="1626118" y="5418898"/>
              <a:ext cx="4880259" cy="7994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noProof="0" dirty="0">
                  <a:solidFill>
                    <a:srgbClr val="FF5F3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Operators</a:t>
              </a:r>
              <a:r>
                <a:rPr lang="en-US" sz="2499" b="1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make sure the infrastructure is working</a:t>
              </a:r>
            </a:p>
          </p:txBody>
        </p:sp>
      </p:grpSp>
      <p:pic>
        <p:nvPicPr>
          <p:cNvPr id="24" name="Image 10" descr="Une image contenant texte, Graphique, Police, graphisme&#10;&#10;Description générée automatiquement">
            <a:extLst>
              <a:ext uri="{FF2B5EF4-FFF2-40B4-BE49-F238E27FC236}">
                <a16:creationId xmlns:a16="http://schemas.microsoft.com/office/drawing/2014/main" id="{10BE3298-F214-671B-7141-72B5E10663E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3174" y="3238500"/>
            <a:ext cx="9772426" cy="5029200"/>
          </a:xfrm>
          <a:prstGeom prst="rect">
            <a:avLst/>
          </a:prstGeom>
        </p:spPr>
      </p:pic>
      <p:sp>
        <p:nvSpPr>
          <p:cNvPr id="33" name="Google Shape;87;p16">
            <a:extLst>
              <a:ext uri="{FF2B5EF4-FFF2-40B4-BE49-F238E27FC236}">
                <a16:creationId xmlns:a16="http://schemas.microsoft.com/office/drawing/2014/main" id="{58B7EC9E-2B7D-C06A-207B-2ABE9DF718E7}"/>
              </a:ext>
            </a:extLst>
          </p:cNvPr>
          <p:cNvSpPr/>
          <p:nvPr/>
        </p:nvSpPr>
        <p:spPr>
          <a:xfrm>
            <a:off x="12820800" y="0"/>
            <a:ext cx="5467200" cy="2733600"/>
          </a:xfrm>
          <a:prstGeom prst="rect">
            <a:avLst/>
          </a:prstGeom>
          <a:solidFill>
            <a:srgbClr val="013AFB">
              <a:alpha val="5000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defTabSz="1828800">
              <a:buClr>
                <a:srgbClr val="000000"/>
              </a:buClr>
              <a:defRPr/>
            </a:pPr>
            <a:endParaRPr lang="en-US" sz="2800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7560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6D412FA9-2792-34AE-D72D-8FDC2E588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20">
            <a:extLst>
              <a:ext uri="{FF2B5EF4-FFF2-40B4-BE49-F238E27FC236}">
                <a16:creationId xmlns:a16="http://schemas.microsoft.com/office/drawing/2014/main" id="{B94CC7CD-5D69-C1E3-15A8-BC33F0EB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&lt;</a:t>
            </a:r>
            <a:fld id="{B6F15528-21DE-4FAA-801E-634DDDAF4B2B}" type="slidenum">
              <a:rPr lang="en-US" noProof="0" smtClean="0">
                <a:solidFill>
                  <a:schemeClr val="bg1"/>
                </a:solidFill>
              </a:rPr>
              <a:pPr/>
              <a:t>3</a:t>
            </a:fld>
            <a:r>
              <a:rPr lang="en-US" noProof="0" dirty="0">
                <a:solidFill>
                  <a:schemeClr val="bg1"/>
                </a:solidFill>
              </a:rPr>
              <a:t>&gt;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C13A3AD1-07A7-2E03-C560-48CE37282665}"/>
              </a:ext>
            </a:extLst>
          </p:cNvPr>
          <p:cNvSpPr txBox="1"/>
          <p:nvPr/>
        </p:nvSpPr>
        <p:spPr>
          <a:xfrm>
            <a:off x="962025" y="1108692"/>
            <a:ext cx="12560923" cy="109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en-US" sz="7500" spc="-75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The philosophy</a:t>
            </a:r>
            <a:r>
              <a:rPr lang="en-US" sz="8800" spc="-75" noProof="0" dirty="0">
                <a:solidFill>
                  <a:srgbClr val="FF1EF7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en-US" sz="7500" spc="-75" noProof="0" dirty="0">
              <a:solidFill>
                <a:srgbClr val="FF1EF7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34" name="Picture 33" descr="A close up of a fist with writing on it">
            <a:extLst>
              <a:ext uri="{FF2B5EF4-FFF2-40B4-BE49-F238E27FC236}">
                <a16:creationId xmlns:a16="http://schemas.microsoft.com/office/drawing/2014/main" id="{6B6B1E97-D8BF-D873-E844-FBB46BD367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111" r="17222"/>
          <a:stretch>
            <a:fillRect/>
          </a:stretch>
        </p:blipFill>
        <p:spPr>
          <a:xfrm>
            <a:off x="9857874" y="0"/>
            <a:ext cx="8458200" cy="10287000"/>
          </a:xfrm>
          <a:prstGeom prst="rect">
            <a:avLst/>
          </a:prstGeom>
        </p:spPr>
      </p:pic>
      <p:sp>
        <p:nvSpPr>
          <p:cNvPr id="35" name="TextBox 3">
            <a:extLst>
              <a:ext uri="{FF2B5EF4-FFF2-40B4-BE49-F238E27FC236}">
                <a16:creationId xmlns:a16="http://schemas.microsoft.com/office/drawing/2014/main" id="{BDB05D7C-4F4E-D29C-BDAD-2D354162DABE}"/>
              </a:ext>
            </a:extLst>
          </p:cNvPr>
          <p:cNvSpPr txBox="1"/>
          <p:nvPr/>
        </p:nvSpPr>
        <p:spPr>
          <a:xfrm>
            <a:off x="1028700" y="3543300"/>
            <a:ext cx="77343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200" dirty="0">
                <a:latin typeface="Mulish" pitchFamily="2" charset="0"/>
              </a:rPr>
              <a:t>Set of best-practices and tools between </a:t>
            </a:r>
            <a:r>
              <a:rPr lang="en-US" sz="3200" dirty="0" err="1">
                <a:latin typeface="Mulish" pitchFamily="2" charset="0"/>
              </a:rPr>
              <a:t>devs</a:t>
            </a:r>
            <a:r>
              <a:rPr lang="en-US" sz="3200" dirty="0">
                <a:latin typeface="Mulish" pitchFamily="2" charset="0"/>
              </a:rPr>
              <a:t> and sys admin to improve and shorten the development life cycle.</a:t>
            </a:r>
          </a:p>
        </p:txBody>
      </p:sp>
    </p:spTree>
    <p:extLst>
      <p:ext uri="{BB962C8B-B14F-4D97-AF65-F5344CB8AC3E}">
        <p14:creationId xmlns:p14="http://schemas.microsoft.com/office/powerpoint/2010/main" val="158010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C0E73-9C29-BEED-4C57-8CA2CDDF1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8">
            <a:extLst>
              <a:ext uri="{FF2B5EF4-FFF2-40B4-BE49-F238E27FC236}">
                <a16:creationId xmlns:a16="http://schemas.microsoft.com/office/drawing/2014/main" id="{26C1A39E-497C-7CE6-AF48-BBD660866214}"/>
              </a:ext>
            </a:extLst>
          </p:cNvPr>
          <p:cNvSpPr txBox="1"/>
          <p:nvPr/>
        </p:nvSpPr>
        <p:spPr>
          <a:xfrm>
            <a:off x="971550" y="1095375"/>
            <a:ext cx="14756180" cy="109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en-US" sz="7500" spc="-75" noProof="0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DevOps main benefits</a:t>
            </a:r>
            <a:r>
              <a:rPr lang="en-US" sz="8800" spc="-75" noProof="0" dirty="0">
                <a:solidFill>
                  <a:srgbClr val="FF5F3A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en-US" sz="7500" spc="-75" noProof="0" dirty="0">
              <a:solidFill>
                <a:srgbClr val="FF5F3A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9" name="Espace réservé du numéro de diapositive 88">
            <a:extLst>
              <a:ext uri="{FF2B5EF4-FFF2-40B4-BE49-F238E27FC236}">
                <a16:creationId xmlns:a16="http://schemas.microsoft.com/office/drawing/2014/main" id="{3AF0C8A9-8934-1869-6085-406480F30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&lt;</a:t>
            </a:r>
            <a:fld id="{B6F15528-21DE-4FAA-801E-634DDDAF4B2B}" type="slidenum">
              <a:rPr lang="en-US" noProof="0" smtClean="0"/>
              <a:pPr/>
              <a:t>4</a:t>
            </a:fld>
            <a:r>
              <a:rPr lang="en-US" noProof="0" dirty="0"/>
              <a:t>&gt;</a:t>
            </a:r>
          </a:p>
        </p:txBody>
      </p:sp>
      <p:pic>
        <p:nvPicPr>
          <p:cNvPr id="5" name="Picture 4" descr="A black background with a black square">
            <a:extLst>
              <a:ext uri="{FF2B5EF4-FFF2-40B4-BE49-F238E27FC236}">
                <a16:creationId xmlns:a16="http://schemas.microsoft.com/office/drawing/2014/main" id="{D2500C67-D42C-97C4-30B5-58EC8B13A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952607"/>
            <a:ext cx="4452633" cy="4452633"/>
          </a:xfrm>
          <a:prstGeom prst="rect">
            <a:avLst/>
          </a:prstGeom>
        </p:spPr>
      </p:pic>
      <p:grpSp>
        <p:nvGrpSpPr>
          <p:cNvPr id="13" name="Groupe 2">
            <a:extLst>
              <a:ext uri="{FF2B5EF4-FFF2-40B4-BE49-F238E27FC236}">
                <a16:creationId xmlns:a16="http://schemas.microsoft.com/office/drawing/2014/main" id="{A88501EC-67C8-D27C-9631-87CB219A8DCF}"/>
              </a:ext>
            </a:extLst>
          </p:cNvPr>
          <p:cNvGrpSpPr/>
          <p:nvPr/>
        </p:nvGrpSpPr>
        <p:grpSpPr>
          <a:xfrm>
            <a:off x="8010525" y="3014278"/>
            <a:ext cx="9248775" cy="886058"/>
            <a:chOff x="962025" y="3771900"/>
            <a:chExt cx="6048375" cy="886058"/>
          </a:xfrm>
        </p:grpSpPr>
        <p:grpSp>
          <p:nvGrpSpPr>
            <p:cNvPr id="14" name="Group 2">
              <a:extLst>
                <a:ext uri="{FF2B5EF4-FFF2-40B4-BE49-F238E27FC236}">
                  <a16:creationId xmlns:a16="http://schemas.microsoft.com/office/drawing/2014/main" id="{2010BA9D-9E8A-574C-E680-CA4430771A95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19" name="Freeform 3">
                <a:extLst>
                  <a:ext uri="{FF2B5EF4-FFF2-40B4-BE49-F238E27FC236}">
                    <a16:creationId xmlns:a16="http://schemas.microsoft.com/office/drawing/2014/main" id="{B26A7C1F-4F85-8BC9-BD6F-FD9855BD622B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0A5A672-F800-9AAC-DB24-3E231EDDEA2F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17" name="Freeform 5">
                <a:extLst>
                  <a:ext uri="{FF2B5EF4-FFF2-40B4-BE49-F238E27FC236}">
                    <a16:creationId xmlns:a16="http://schemas.microsoft.com/office/drawing/2014/main" id="{7323CF5B-E990-C028-42C0-AF9DDE4BDE24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18" name="TextBox 6">
                <a:extLst>
                  <a:ext uri="{FF2B5EF4-FFF2-40B4-BE49-F238E27FC236}">
                    <a16:creationId xmlns:a16="http://schemas.microsoft.com/office/drawing/2014/main" id="{8A9E0E7B-3E83-1DF8-9742-E749342DE53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16" name="TextBox 24">
              <a:extLst>
                <a:ext uri="{FF2B5EF4-FFF2-40B4-BE49-F238E27FC236}">
                  <a16:creationId xmlns:a16="http://schemas.microsoft.com/office/drawing/2014/main" id="{839A4F96-3CC2-0718-878C-79788EF3E5DB}"/>
                </a:ext>
              </a:extLst>
            </p:cNvPr>
            <p:cNvSpPr txBox="1"/>
            <p:nvPr/>
          </p:nvSpPr>
          <p:spPr>
            <a:xfrm>
              <a:off x="1626119" y="3992530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Improved quality and automation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20" name="Groupe 2">
            <a:extLst>
              <a:ext uri="{FF2B5EF4-FFF2-40B4-BE49-F238E27FC236}">
                <a16:creationId xmlns:a16="http://schemas.microsoft.com/office/drawing/2014/main" id="{1756A9BD-78DA-D9A3-4901-796DEBB036E9}"/>
              </a:ext>
            </a:extLst>
          </p:cNvPr>
          <p:cNvGrpSpPr/>
          <p:nvPr/>
        </p:nvGrpSpPr>
        <p:grpSpPr>
          <a:xfrm>
            <a:off x="8010525" y="4192551"/>
            <a:ext cx="9248775" cy="886058"/>
            <a:chOff x="962025" y="3771900"/>
            <a:chExt cx="6048375" cy="886058"/>
          </a:xfrm>
        </p:grpSpPr>
        <p:grpSp>
          <p:nvGrpSpPr>
            <p:cNvPr id="21" name="Group 2">
              <a:extLst>
                <a:ext uri="{FF2B5EF4-FFF2-40B4-BE49-F238E27FC236}">
                  <a16:creationId xmlns:a16="http://schemas.microsoft.com/office/drawing/2014/main" id="{36210683-B688-82BB-1CFE-47FAAA7CBAB2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26" name="Freeform 3">
                <a:extLst>
                  <a:ext uri="{FF2B5EF4-FFF2-40B4-BE49-F238E27FC236}">
                    <a16:creationId xmlns:a16="http://schemas.microsoft.com/office/drawing/2014/main" id="{0B326DCE-A369-4781-CC47-DDAC946F17D7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3283D6D-6E5A-855E-1F6A-F18648FFA88F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24" name="Freeform 5">
                <a:extLst>
                  <a:ext uri="{FF2B5EF4-FFF2-40B4-BE49-F238E27FC236}">
                    <a16:creationId xmlns:a16="http://schemas.microsoft.com/office/drawing/2014/main" id="{99CCC27F-A0E0-EBC5-3F67-90A07AAB3FDB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25" name="TextBox 6">
                <a:extLst>
                  <a:ext uri="{FF2B5EF4-FFF2-40B4-BE49-F238E27FC236}">
                    <a16:creationId xmlns:a16="http://schemas.microsoft.com/office/drawing/2014/main" id="{08ED992B-2C6A-6E3B-1801-8E4640886C5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2FDAB47D-5424-0077-F7C7-A2A57BABFB67}"/>
                </a:ext>
              </a:extLst>
            </p:cNvPr>
            <p:cNvSpPr txBox="1"/>
            <p:nvPr/>
          </p:nvSpPr>
          <p:spPr>
            <a:xfrm>
              <a:off x="1626119" y="3957257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Faster, better, stronger product delivery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27" name="Groupe 2">
            <a:extLst>
              <a:ext uri="{FF2B5EF4-FFF2-40B4-BE49-F238E27FC236}">
                <a16:creationId xmlns:a16="http://schemas.microsoft.com/office/drawing/2014/main" id="{B4F7BD5F-5445-25AB-F901-FB6CC47D0DEE}"/>
              </a:ext>
            </a:extLst>
          </p:cNvPr>
          <p:cNvGrpSpPr/>
          <p:nvPr/>
        </p:nvGrpSpPr>
        <p:grpSpPr>
          <a:xfrm>
            <a:off x="8010525" y="5370824"/>
            <a:ext cx="9248775" cy="886058"/>
            <a:chOff x="962025" y="3771900"/>
            <a:chExt cx="6048375" cy="886058"/>
          </a:xfrm>
        </p:grpSpPr>
        <p:grpSp>
          <p:nvGrpSpPr>
            <p:cNvPr id="28" name="Group 2">
              <a:extLst>
                <a:ext uri="{FF2B5EF4-FFF2-40B4-BE49-F238E27FC236}">
                  <a16:creationId xmlns:a16="http://schemas.microsoft.com/office/drawing/2014/main" id="{7FC92274-3F5A-0FE0-A679-431411694AC3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33" name="Freeform 3">
                <a:extLst>
                  <a:ext uri="{FF2B5EF4-FFF2-40B4-BE49-F238E27FC236}">
                    <a16:creationId xmlns:a16="http://schemas.microsoft.com/office/drawing/2014/main" id="{9523FFA6-3E64-1057-C6AA-0677DFE1FBBF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01C49D1-BDE8-4A38-BFDC-E18C39452701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31" name="Freeform 5">
                <a:extLst>
                  <a:ext uri="{FF2B5EF4-FFF2-40B4-BE49-F238E27FC236}">
                    <a16:creationId xmlns:a16="http://schemas.microsoft.com/office/drawing/2014/main" id="{EC718BD3-747C-413E-2C94-8FF988B2113D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32" name="TextBox 6">
                <a:extLst>
                  <a:ext uri="{FF2B5EF4-FFF2-40B4-BE49-F238E27FC236}">
                    <a16:creationId xmlns:a16="http://schemas.microsoft.com/office/drawing/2014/main" id="{D2088AA6-88DD-6EC3-BC8C-18D9604B52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30" name="TextBox 24">
              <a:extLst>
                <a:ext uri="{FF2B5EF4-FFF2-40B4-BE49-F238E27FC236}">
                  <a16:creationId xmlns:a16="http://schemas.microsoft.com/office/drawing/2014/main" id="{BECD229A-9F75-E2C1-D213-FABB36A28741}"/>
                </a:ext>
              </a:extLst>
            </p:cNvPr>
            <p:cNvSpPr txBox="1"/>
            <p:nvPr/>
          </p:nvSpPr>
          <p:spPr>
            <a:xfrm>
              <a:off x="1626119" y="3998184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Easier maintainability and issue resolution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34" name="Groupe 2">
            <a:extLst>
              <a:ext uri="{FF2B5EF4-FFF2-40B4-BE49-F238E27FC236}">
                <a16:creationId xmlns:a16="http://schemas.microsoft.com/office/drawing/2014/main" id="{C6C2BCEE-5413-6725-1A19-DD5C947E8DC7}"/>
              </a:ext>
            </a:extLst>
          </p:cNvPr>
          <p:cNvGrpSpPr/>
          <p:nvPr/>
        </p:nvGrpSpPr>
        <p:grpSpPr>
          <a:xfrm>
            <a:off x="8010525" y="6549097"/>
            <a:ext cx="9248775" cy="886058"/>
            <a:chOff x="962025" y="3771900"/>
            <a:chExt cx="6048375" cy="886058"/>
          </a:xfrm>
        </p:grpSpPr>
        <p:grpSp>
          <p:nvGrpSpPr>
            <p:cNvPr id="35" name="Group 2">
              <a:extLst>
                <a:ext uri="{FF2B5EF4-FFF2-40B4-BE49-F238E27FC236}">
                  <a16:creationId xmlns:a16="http://schemas.microsoft.com/office/drawing/2014/main" id="{A08DFF87-DDAF-618A-DE6B-D90B3B134B30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57" name="Freeform 3">
                <a:extLst>
                  <a:ext uri="{FF2B5EF4-FFF2-40B4-BE49-F238E27FC236}">
                    <a16:creationId xmlns:a16="http://schemas.microsoft.com/office/drawing/2014/main" id="{2DAFC3A8-22A7-DF2C-B712-3041D0830326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FE152C9-BBA8-F181-29F3-9D7CDD0886BE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39" name="Freeform 5">
                <a:extLst>
                  <a:ext uri="{FF2B5EF4-FFF2-40B4-BE49-F238E27FC236}">
                    <a16:creationId xmlns:a16="http://schemas.microsoft.com/office/drawing/2014/main" id="{188E0F90-D6D0-1F11-ED3E-61E3439E5CB2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56" name="TextBox 6">
                <a:extLst>
                  <a:ext uri="{FF2B5EF4-FFF2-40B4-BE49-F238E27FC236}">
                    <a16:creationId xmlns:a16="http://schemas.microsoft.com/office/drawing/2014/main" id="{84FA8145-0394-3CE2-22D4-D0BE304AA63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37" name="TextBox 24">
              <a:extLst>
                <a:ext uri="{FF2B5EF4-FFF2-40B4-BE49-F238E27FC236}">
                  <a16:creationId xmlns:a16="http://schemas.microsoft.com/office/drawing/2014/main" id="{538D9D38-20E9-6A93-FDFB-1E2EBF3549ED}"/>
                </a:ext>
              </a:extLst>
            </p:cNvPr>
            <p:cNvSpPr txBox="1"/>
            <p:nvPr/>
          </p:nvSpPr>
          <p:spPr>
            <a:xfrm>
              <a:off x="1626119" y="3962911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Geater flexibility, scalability and availability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63" name="Groupe 2">
            <a:extLst>
              <a:ext uri="{FF2B5EF4-FFF2-40B4-BE49-F238E27FC236}">
                <a16:creationId xmlns:a16="http://schemas.microsoft.com/office/drawing/2014/main" id="{AF31E39A-6AB7-10BA-22CA-9B00BF95DEA9}"/>
              </a:ext>
            </a:extLst>
          </p:cNvPr>
          <p:cNvGrpSpPr/>
          <p:nvPr/>
        </p:nvGrpSpPr>
        <p:grpSpPr>
          <a:xfrm>
            <a:off x="8010525" y="7727370"/>
            <a:ext cx="9248775" cy="886058"/>
            <a:chOff x="962025" y="3771900"/>
            <a:chExt cx="6048375" cy="886058"/>
          </a:xfrm>
        </p:grpSpPr>
        <p:grpSp>
          <p:nvGrpSpPr>
            <p:cNvPr id="68" name="Group 2">
              <a:extLst>
                <a:ext uri="{FF2B5EF4-FFF2-40B4-BE49-F238E27FC236}">
                  <a16:creationId xmlns:a16="http://schemas.microsoft.com/office/drawing/2014/main" id="{77267FD8-8389-DEAF-AACB-7F6931A8C8D2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80" name="Freeform 3">
                <a:extLst>
                  <a:ext uri="{FF2B5EF4-FFF2-40B4-BE49-F238E27FC236}">
                    <a16:creationId xmlns:a16="http://schemas.microsoft.com/office/drawing/2014/main" id="{EC8A584D-35F0-5681-1703-BCDCC2E16C58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994AE78C-6A44-B761-706C-BDF8508F727D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78" name="Freeform 5">
                <a:extLst>
                  <a:ext uri="{FF2B5EF4-FFF2-40B4-BE49-F238E27FC236}">
                    <a16:creationId xmlns:a16="http://schemas.microsoft.com/office/drawing/2014/main" id="{68B87EF7-3F56-0CB1-A2E9-6772E43CA796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79" name="TextBox 6">
                <a:extLst>
                  <a:ext uri="{FF2B5EF4-FFF2-40B4-BE49-F238E27FC236}">
                    <a16:creationId xmlns:a16="http://schemas.microsoft.com/office/drawing/2014/main" id="{C61D8CFD-EBF0-83BC-D416-50E13FAD889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77" name="TextBox 24">
              <a:extLst>
                <a:ext uri="{FF2B5EF4-FFF2-40B4-BE49-F238E27FC236}">
                  <a16:creationId xmlns:a16="http://schemas.microsoft.com/office/drawing/2014/main" id="{272AB85D-89F9-995E-741D-1C5C5DBDE952}"/>
                </a:ext>
              </a:extLst>
            </p:cNvPr>
            <p:cNvSpPr txBox="1"/>
            <p:nvPr/>
          </p:nvSpPr>
          <p:spPr>
            <a:xfrm>
              <a:off x="1626119" y="3848100"/>
              <a:ext cx="5384281" cy="7691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Reduced complexity, cycle time, human labor and costs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81" name="Groupe 2">
            <a:extLst>
              <a:ext uri="{FF2B5EF4-FFF2-40B4-BE49-F238E27FC236}">
                <a16:creationId xmlns:a16="http://schemas.microsoft.com/office/drawing/2014/main" id="{C92131DB-E1BA-C160-F801-C751E7087C99}"/>
              </a:ext>
            </a:extLst>
          </p:cNvPr>
          <p:cNvGrpSpPr/>
          <p:nvPr/>
        </p:nvGrpSpPr>
        <p:grpSpPr>
          <a:xfrm>
            <a:off x="8010525" y="8905642"/>
            <a:ext cx="9248775" cy="886058"/>
            <a:chOff x="962025" y="3771900"/>
            <a:chExt cx="6048375" cy="886058"/>
          </a:xfrm>
        </p:grpSpPr>
        <p:grpSp>
          <p:nvGrpSpPr>
            <p:cNvPr id="82" name="Group 2">
              <a:extLst>
                <a:ext uri="{FF2B5EF4-FFF2-40B4-BE49-F238E27FC236}">
                  <a16:creationId xmlns:a16="http://schemas.microsoft.com/office/drawing/2014/main" id="{792FA79D-B70E-A868-5AA2-E49C50FF1860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87" name="Freeform 3">
                <a:extLst>
                  <a:ext uri="{FF2B5EF4-FFF2-40B4-BE49-F238E27FC236}">
                    <a16:creationId xmlns:a16="http://schemas.microsoft.com/office/drawing/2014/main" id="{9371151B-0FCB-AFCB-1E04-4B2A4F652CA6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D5912289-2CCC-3E30-FAB2-1919143CA730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65AF49AE-6E2D-6DCA-DBE3-44941186183E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86" name="TextBox 6">
                <a:extLst>
                  <a:ext uri="{FF2B5EF4-FFF2-40B4-BE49-F238E27FC236}">
                    <a16:creationId xmlns:a16="http://schemas.microsoft.com/office/drawing/2014/main" id="{B824EC38-6ACF-D60B-E263-8E7640B0F2B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84" name="TextBox 24">
              <a:extLst>
                <a:ext uri="{FF2B5EF4-FFF2-40B4-BE49-F238E27FC236}">
                  <a16:creationId xmlns:a16="http://schemas.microsoft.com/office/drawing/2014/main" id="{963696DA-D71A-EA71-3613-9F080FE0961C}"/>
                </a:ext>
              </a:extLst>
            </p:cNvPr>
            <p:cNvSpPr txBox="1"/>
            <p:nvPr/>
          </p:nvSpPr>
          <p:spPr>
            <a:xfrm>
              <a:off x="1626119" y="3968566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Maire time + freedom for creative and innovative tasks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sp>
        <p:nvSpPr>
          <p:cNvPr id="88" name="Google Shape;83;p16">
            <a:extLst>
              <a:ext uri="{FF2B5EF4-FFF2-40B4-BE49-F238E27FC236}">
                <a16:creationId xmlns:a16="http://schemas.microsoft.com/office/drawing/2014/main" id="{30226F61-BCB6-B1DF-8B7D-7BD699822DF1}"/>
              </a:ext>
            </a:extLst>
          </p:cNvPr>
          <p:cNvSpPr/>
          <p:nvPr/>
        </p:nvSpPr>
        <p:spPr>
          <a:xfrm>
            <a:off x="15554400" y="0"/>
            <a:ext cx="2733600" cy="2733600"/>
          </a:xfrm>
          <a:prstGeom prst="rect">
            <a:avLst/>
          </a:prstGeom>
          <a:solidFill>
            <a:srgbClr val="013AFB">
              <a:alpha val="5000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defTabSz="1828800">
              <a:buClr>
                <a:srgbClr val="000000"/>
              </a:buClr>
              <a:defRPr/>
            </a:pPr>
            <a:endParaRPr lang="en-US" sz="2800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3623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DC76A-2DA6-266F-1A0B-DB974DABC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E5B3DA6-4177-8DFC-AA7E-6B0C35D559B6}"/>
              </a:ext>
            </a:extLst>
          </p:cNvPr>
          <p:cNvSpPr txBox="1"/>
          <p:nvPr/>
        </p:nvSpPr>
        <p:spPr>
          <a:xfrm>
            <a:off x="962025" y="1108692"/>
            <a:ext cx="17554575" cy="109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en-US" sz="7500" spc="-75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USE-CASE 1: Reproductible test environment</a:t>
            </a:r>
            <a:r>
              <a:rPr lang="en-US" sz="8800" spc="-75" noProof="0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en-US" sz="7500" spc="-75" noProof="0" dirty="0">
              <a:solidFill>
                <a:srgbClr val="013AFB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87C88B83-6B62-10B8-CE2A-0B18E377B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&lt;</a:t>
            </a:r>
            <a:fld id="{B6F15528-21DE-4FAA-801E-634DDDAF4B2B}" type="slidenum">
              <a:rPr lang="en-US" noProof="0" smtClean="0"/>
              <a:pPr/>
              <a:t>5</a:t>
            </a:fld>
            <a:r>
              <a:rPr lang="en-US" noProof="0" dirty="0"/>
              <a:t>&gt;</a:t>
            </a:r>
          </a:p>
        </p:txBody>
      </p:sp>
      <p:sp>
        <p:nvSpPr>
          <p:cNvPr id="17" name="Google Shape;83;p16">
            <a:extLst>
              <a:ext uri="{FF2B5EF4-FFF2-40B4-BE49-F238E27FC236}">
                <a16:creationId xmlns:a16="http://schemas.microsoft.com/office/drawing/2014/main" id="{42E69940-2C38-F57F-7782-BF592D6806C7}"/>
              </a:ext>
            </a:extLst>
          </p:cNvPr>
          <p:cNvSpPr/>
          <p:nvPr/>
        </p:nvSpPr>
        <p:spPr>
          <a:xfrm>
            <a:off x="18" y="7553412"/>
            <a:ext cx="2733600" cy="2733600"/>
          </a:xfrm>
          <a:prstGeom prst="rect">
            <a:avLst/>
          </a:prstGeom>
          <a:solidFill>
            <a:srgbClr val="013AFB">
              <a:alpha val="5000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defTabSz="1828800">
              <a:buClr>
                <a:srgbClr val="000000"/>
              </a:buClr>
              <a:defRPr/>
            </a:pPr>
            <a:endParaRPr lang="en-US" sz="2800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6" name="Groupe 2">
            <a:extLst>
              <a:ext uri="{FF2B5EF4-FFF2-40B4-BE49-F238E27FC236}">
                <a16:creationId xmlns:a16="http://schemas.microsoft.com/office/drawing/2014/main" id="{FB084A9F-5BF3-87D0-D40A-EB2867103798}"/>
              </a:ext>
            </a:extLst>
          </p:cNvPr>
          <p:cNvGrpSpPr/>
          <p:nvPr/>
        </p:nvGrpSpPr>
        <p:grpSpPr>
          <a:xfrm>
            <a:off x="6677024" y="3032325"/>
            <a:ext cx="9248775" cy="886058"/>
            <a:chOff x="962025" y="3771900"/>
            <a:chExt cx="6048375" cy="886058"/>
          </a:xfrm>
        </p:grpSpPr>
        <p:grpSp>
          <p:nvGrpSpPr>
            <p:cNvPr id="18" name="Group 2">
              <a:extLst>
                <a:ext uri="{FF2B5EF4-FFF2-40B4-BE49-F238E27FC236}">
                  <a16:creationId xmlns:a16="http://schemas.microsoft.com/office/drawing/2014/main" id="{D9E0886C-F61A-0FCA-35FC-7DCA7AA714A7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27" name="Freeform 3">
                <a:extLst>
                  <a:ext uri="{FF2B5EF4-FFF2-40B4-BE49-F238E27FC236}">
                    <a16:creationId xmlns:a16="http://schemas.microsoft.com/office/drawing/2014/main" id="{336361E9-CE47-D6D2-91B6-50045D7EB3B1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A668470-7266-A7EF-8E69-F94DC0CF530B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25" name="Freeform 5">
                <a:extLst>
                  <a:ext uri="{FF2B5EF4-FFF2-40B4-BE49-F238E27FC236}">
                    <a16:creationId xmlns:a16="http://schemas.microsoft.com/office/drawing/2014/main" id="{EB90B86F-2ABF-C6C6-86A6-7DF0AEFC5007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26" name="TextBox 6">
                <a:extLst>
                  <a:ext uri="{FF2B5EF4-FFF2-40B4-BE49-F238E27FC236}">
                    <a16:creationId xmlns:a16="http://schemas.microsoft.com/office/drawing/2014/main" id="{B2F72318-94D5-8EEB-B11F-4E66F23EE0C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20" name="TextBox 24">
              <a:extLst>
                <a:ext uri="{FF2B5EF4-FFF2-40B4-BE49-F238E27FC236}">
                  <a16:creationId xmlns:a16="http://schemas.microsoft.com/office/drawing/2014/main" id="{85F5412D-6955-AF68-A98C-3242E5E9DFFA}"/>
                </a:ext>
              </a:extLst>
            </p:cNvPr>
            <p:cNvSpPr txBox="1"/>
            <p:nvPr/>
          </p:nvSpPr>
          <p:spPr>
            <a:xfrm>
              <a:off x="1626119" y="3848100"/>
              <a:ext cx="5384281" cy="7691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You embed source code, runtime and dependencies in containers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pic>
        <p:nvPicPr>
          <p:cNvPr id="28" name="Picture 27" descr="A diagram of different colored circles and arrows&#10;&#10;Description automatically generated">
            <a:extLst>
              <a:ext uri="{FF2B5EF4-FFF2-40B4-BE49-F238E27FC236}">
                <a16:creationId xmlns:a16="http://schemas.microsoft.com/office/drawing/2014/main" id="{599E842A-CD57-E634-8D3F-31A6FF541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18" y="3032325"/>
            <a:ext cx="3251092" cy="3251092"/>
          </a:xfrm>
          <a:prstGeom prst="rect">
            <a:avLst/>
          </a:prstGeom>
        </p:spPr>
      </p:pic>
      <p:grpSp>
        <p:nvGrpSpPr>
          <p:cNvPr id="29" name="Groupe 2">
            <a:extLst>
              <a:ext uri="{FF2B5EF4-FFF2-40B4-BE49-F238E27FC236}">
                <a16:creationId xmlns:a16="http://schemas.microsoft.com/office/drawing/2014/main" id="{B2D7D3EC-05E1-555C-637B-326643BDC5C3}"/>
              </a:ext>
            </a:extLst>
          </p:cNvPr>
          <p:cNvGrpSpPr/>
          <p:nvPr/>
        </p:nvGrpSpPr>
        <p:grpSpPr>
          <a:xfrm>
            <a:off x="6677024" y="4380235"/>
            <a:ext cx="9248775" cy="886058"/>
            <a:chOff x="962025" y="3771900"/>
            <a:chExt cx="6048375" cy="886058"/>
          </a:xfrm>
        </p:grpSpPr>
        <p:grpSp>
          <p:nvGrpSpPr>
            <p:cNvPr id="30" name="Group 2">
              <a:extLst>
                <a:ext uri="{FF2B5EF4-FFF2-40B4-BE49-F238E27FC236}">
                  <a16:creationId xmlns:a16="http://schemas.microsoft.com/office/drawing/2014/main" id="{889E5DE8-FA30-40D4-2211-A06CCBECBAA9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35" name="Freeform 3">
                <a:extLst>
                  <a:ext uri="{FF2B5EF4-FFF2-40B4-BE49-F238E27FC236}">
                    <a16:creationId xmlns:a16="http://schemas.microsoft.com/office/drawing/2014/main" id="{75680435-47C5-B20F-574B-CB4B07CBBCAF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2E49FBF-1DA8-5C7E-52CC-3AE3CD6E10CE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33" name="Freeform 5">
                <a:extLst>
                  <a:ext uri="{FF2B5EF4-FFF2-40B4-BE49-F238E27FC236}">
                    <a16:creationId xmlns:a16="http://schemas.microsoft.com/office/drawing/2014/main" id="{D57DCC13-5AC3-C8EE-CA9B-6356B72A0BFE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34" name="TextBox 6">
                <a:extLst>
                  <a:ext uri="{FF2B5EF4-FFF2-40B4-BE49-F238E27FC236}">
                    <a16:creationId xmlns:a16="http://schemas.microsoft.com/office/drawing/2014/main" id="{CFAB3879-CAEF-14D5-BC21-06F2F471D77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32" name="TextBox 24">
              <a:extLst>
                <a:ext uri="{FF2B5EF4-FFF2-40B4-BE49-F238E27FC236}">
                  <a16:creationId xmlns:a16="http://schemas.microsoft.com/office/drawing/2014/main" id="{87E43147-CB8D-D252-243F-18422177785F}"/>
                </a:ext>
              </a:extLst>
            </p:cNvPr>
            <p:cNvSpPr txBox="1"/>
            <p:nvPr/>
          </p:nvSpPr>
          <p:spPr>
            <a:xfrm>
              <a:off x="1626119" y="3848100"/>
              <a:ext cx="5384281" cy="7691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 system administrator runs the containers in production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36" name="Groupe 2">
            <a:extLst>
              <a:ext uri="{FF2B5EF4-FFF2-40B4-BE49-F238E27FC236}">
                <a16:creationId xmlns:a16="http://schemas.microsoft.com/office/drawing/2014/main" id="{AA31D517-434F-68C9-E80A-E1FF52F52271}"/>
              </a:ext>
            </a:extLst>
          </p:cNvPr>
          <p:cNvGrpSpPr/>
          <p:nvPr/>
        </p:nvGrpSpPr>
        <p:grpSpPr>
          <a:xfrm>
            <a:off x="6677024" y="5728145"/>
            <a:ext cx="9248775" cy="886058"/>
            <a:chOff x="962025" y="3771900"/>
            <a:chExt cx="6048375" cy="886058"/>
          </a:xfrm>
        </p:grpSpPr>
        <p:grpSp>
          <p:nvGrpSpPr>
            <p:cNvPr id="37" name="Group 2">
              <a:extLst>
                <a:ext uri="{FF2B5EF4-FFF2-40B4-BE49-F238E27FC236}">
                  <a16:creationId xmlns:a16="http://schemas.microsoft.com/office/drawing/2014/main" id="{3945DC21-06DA-3E1C-7949-0859D0DA3E95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43" name="Freeform 3">
                <a:extLst>
                  <a:ext uri="{FF2B5EF4-FFF2-40B4-BE49-F238E27FC236}">
                    <a16:creationId xmlns:a16="http://schemas.microsoft.com/office/drawing/2014/main" id="{08CD35AF-A557-12AE-69AD-3932AF492C6D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A97C6F4-E681-C2E1-774E-C3B8159D4DF6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40" name="Freeform 5">
                <a:extLst>
                  <a:ext uri="{FF2B5EF4-FFF2-40B4-BE49-F238E27FC236}">
                    <a16:creationId xmlns:a16="http://schemas.microsoft.com/office/drawing/2014/main" id="{CE1F306E-55AF-B2C0-FA3F-9F2D8E54ECD2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42" name="TextBox 6">
                <a:extLst>
                  <a:ext uri="{FF2B5EF4-FFF2-40B4-BE49-F238E27FC236}">
                    <a16:creationId xmlns:a16="http://schemas.microsoft.com/office/drawing/2014/main" id="{05148D70-AC43-7E7A-D609-A69F3E123BE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39" name="TextBox 24">
              <a:extLst>
                <a:ext uri="{FF2B5EF4-FFF2-40B4-BE49-F238E27FC236}">
                  <a16:creationId xmlns:a16="http://schemas.microsoft.com/office/drawing/2014/main" id="{FC3D5361-0BBA-DFBA-5469-826FBFDD4344}"/>
                </a:ext>
              </a:extLst>
            </p:cNvPr>
            <p:cNvSpPr txBox="1"/>
            <p:nvPr/>
          </p:nvSpPr>
          <p:spPr>
            <a:xfrm>
              <a:off x="1626119" y="3945663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Same behavior for everyone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44" name="Groupe 2">
            <a:extLst>
              <a:ext uri="{FF2B5EF4-FFF2-40B4-BE49-F238E27FC236}">
                <a16:creationId xmlns:a16="http://schemas.microsoft.com/office/drawing/2014/main" id="{B53B8B6B-75C6-5BEC-788D-00A3502EE030}"/>
              </a:ext>
            </a:extLst>
          </p:cNvPr>
          <p:cNvGrpSpPr/>
          <p:nvPr/>
        </p:nvGrpSpPr>
        <p:grpSpPr>
          <a:xfrm>
            <a:off x="6677024" y="7076055"/>
            <a:ext cx="9248775" cy="886058"/>
            <a:chOff x="962025" y="3771900"/>
            <a:chExt cx="6048375" cy="886058"/>
          </a:xfrm>
        </p:grpSpPr>
        <p:grpSp>
          <p:nvGrpSpPr>
            <p:cNvPr id="46" name="Group 2">
              <a:extLst>
                <a:ext uri="{FF2B5EF4-FFF2-40B4-BE49-F238E27FC236}">
                  <a16:creationId xmlns:a16="http://schemas.microsoft.com/office/drawing/2014/main" id="{29739B6C-EB8C-3FE4-A4E8-F0ED12EF345F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52" name="Freeform 3">
                <a:extLst>
                  <a:ext uri="{FF2B5EF4-FFF2-40B4-BE49-F238E27FC236}">
                    <a16:creationId xmlns:a16="http://schemas.microsoft.com/office/drawing/2014/main" id="{6FC62BBE-075D-570F-453E-5827BD47EFCC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CF4E7B7-91FE-8C92-9276-F62932D9B6DD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50" name="Freeform 5">
                <a:extLst>
                  <a:ext uri="{FF2B5EF4-FFF2-40B4-BE49-F238E27FC236}">
                    <a16:creationId xmlns:a16="http://schemas.microsoft.com/office/drawing/2014/main" id="{B99133F7-5836-7136-201F-37EFE87A4E6C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51" name="TextBox 6">
                <a:extLst>
                  <a:ext uri="{FF2B5EF4-FFF2-40B4-BE49-F238E27FC236}">
                    <a16:creationId xmlns:a16="http://schemas.microsoft.com/office/drawing/2014/main" id="{2AB2DE47-4AAA-6154-6D04-5777DD32D77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48" name="TextBox 24">
              <a:extLst>
                <a:ext uri="{FF2B5EF4-FFF2-40B4-BE49-F238E27FC236}">
                  <a16:creationId xmlns:a16="http://schemas.microsoft.com/office/drawing/2014/main" id="{F25884FD-30C0-1EDF-DD17-1E4225925C85}"/>
                </a:ext>
              </a:extLst>
            </p:cNvPr>
            <p:cNvSpPr txBox="1"/>
            <p:nvPr/>
          </p:nvSpPr>
          <p:spPr>
            <a:xfrm>
              <a:off x="1626119" y="3848100"/>
              <a:ext cx="5384281" cy="7691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 more excuse such as: “</a:t>
              </a:r>
              <a:r>
                <a:rPr lang="en-US" sz="2499" noProof="0" dirty="0">
                  <a:solidFill>
                    <a:srgbClr val="FF5F3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But it works on my machine! </a:t>
              </a:r>
              <a:r>
                <a:rPr lang="en-US" sz="2499" dirty="0">
                  <a:solidFill>
                    <a:srgbClr val="FF5F3A"/>
                  </a:solidFill>
                  <a:latin typeface="IBM Plex Sans Bold"/>
                  <a:ea typeface="IBM Plex Sans Bold"/>
                  <a:cs typeface="IBM Plex Sans Bold"/>
                  <a:sym typeface="Wingdings" panose="05000000000000000000" pitchFamily="2" charset="2"/>
                </a:rPr>
                <a:t>:(</a:t>
              </a: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Wingdings" panose="05000000000000000000" pitchFamily="2" charset="2"/>
                </a:rPr>
                <a:t>”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0621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0F201-ACE6-4A09-A257-9EAC82A3F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D2B6B04-30F5-EF37-1503-92DCDF18F3CC}"/>
              </a:ext>
            </a:extLst>
          </p:cNvPr>
          <p:cNvSpPr txBox="1"/>
          <p:nvPr/>
        </p:nvSpPr>
        <p:spPr>
          <a:xfrm>
            <a:off x="962025" y="1108692"/>
            <a:ext cx="17554575" cy="109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en-US" sz="7500" spc="-75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USE-CASE 2: Continuous Integration</a:t>
            </a:r>
            <a:r>
              <a:rPr lang="en-US" sz="8800" spc="-75" noProof="0" dirty="0">
                <a:solidFill>
                  <a:srgbClr val="00FF97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en-US" sz="7500" spc="-75" noProof="0" dirty="0">
              <a:solidFill>
                <a:srgbClr val="00FF97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F087195E-EA71-4599-FDBB-BB36775C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&lt;</a:t>
            </a:r>
            <a:fld id="{B6F15528-21DE-4FAA-801E-634DDDAF4B2B}" type="slidenum">
              <a:rPr lang="en-US" noProof="0" smtClean="0"/>
              <a:pPr/>
              <a:t>6</a:t>
            </a:fld>
            <a:r>
              <a:rPr lang="en-US" noProof="0" dirty="0"/>
              <a:t>&gt;</a:t>
            </a:r>
          </a:p>
        </p:txBody>
      </p:sp>
      <p:sp>
        <p:nvSpPr>
          <p:cNvPr id="17" name="Google Shape;83;p16">
            <a:extLst>
              <a:ext uri="{FF2B5EF4-FFF2-40B4-BE49-F238E27FC236}">
                <a16:creationId xmlns:a16="http://schemas.microsoft.com/office/drawing/2014/main" id="{2FEB1DE8-45E5-FF0C-3B91-938BC227EA16}"/>
              </a:ext>
            </a:extLst>
          </p:cNvPr>
          <p:cNvSpPr/>
          <p:nvPr/>
        </p:nvSpPr>
        <p:spPr>
          <a:xfrm>
            <a:off x="18" y="7553412"/>
            <a:ext cx="2733600" cy="2733600"/>
          </a:xfrm>
          <a:prstGeom prst="rect">
            <a:avLst/>
          </a:prstGeom>
          <a:solidFill>
            <a:srgbClr val="013AFB">
              <a:alpha val="5000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defTabSz="1828800">
              <a:buClr>
                <a:srgbClr val="000000"/>
              </a:buClr>
              <a:defRPr/>
            </a:pPr>
            <a:endParaRPr lang="en-US" sz="2800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6" name="Groupe 2">
            <a:extLst>
              <a:ext uri="{FF2B5EF4-FFF2-40B4-BE49-F238E27FC236}">
                <a16:creationId xmlns:a16="http://schemas.microsoft.com/office/drawing/2014/main" id="{F7D1ECA5-468D-5DF4-CA80-880D79E2BEF5}"/>
              </a:ext>
            </a:extLst>
          </p:cNvPr>
          <p:cNvGrpSpPr/>
          <p:nvPr/>
        </p:nvGrpSpPr>
        <p:grpSpPr>
          <a:xfrm>
            <a:off x="6677024" y="3032325"/>
            <a:ext cx="9248775" cy="886058"/>
            <a:chOff x="962025" y="3771900"/>
            <a:chExt cx="6048375" cy="886058"/>
          </a:xfrm>
        </p:grpSpPr>
        <p:grpSp>
          <p:nvGrpSpPr>
            <p:cNvPr id="18" name="Group 2">
              <a:extLst>
                <a:ext uri="{FF2B5EF4-FFF2-40B4-BE49-F238E27FC236}">
                  <a16:creationId xmlns:a16="http://schemas.microsoft.com/office/drawing/2014/main" id="{1F1D99CA-FAAB-761F-DCF6-16AB1EE1E8DE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27" name="Freeform 3">
                <a:extLst>
                  <a:ext uri="{FF2B5EF4-FFF2-40B4-BE49-F238E27FC236}">
                    <a16:creationId xmlns:a16="http://schemas.microsoft.com/office/drawing/2014/main" id="{F55CE5FE-3D5B-B6F5-52B0-C26B0418497F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4EF276D-24AB-7DC9-86B0-F67475537D35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25" name="Freeform 5">
                <a:extLst>
                  <a:ext uri="{FF2B5EF4-FFF2-40B4-BE49-F238E27FC236}">
                    <a16:creationId xmlns:a16="http://schemas.microsoft.com/office/drawing/2014/main" id="{E7AD0639-0781-FA5D-835F-D0325D8A93E6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26" name="TextBox 6">
                <a:extLst>
                  <a:ext uri="{FF2B5EF4-FFF2-40B4-BE49-F238E27FC236}">
                    <a16:creationId xmlns:a16="http://schemas.microsoft.com/office/drawing/2014/main" id="{FE2F766A-6AF3-6E8B-8C42-BB7118B50B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20" name="TextBox 24">
              <a:extLst>
                <a:ext uri="{FF2B5EF4-FFF2-40B4-BE49-F238E27FC236}">
                  <a16:creationId xmlns:a16="http://schemas.microsoft.com/office/drawing/2014/main" id="{6DA0F60B-F1BC-297F-9D16-EA9A6EB0B050}"/>
                </a:ext>
              </a:extLst>
            </p:cNvPr>
            <p:cNvSpPr txBox="1"/>
            <p:nvPr/>
          </p:nvSpPr>
          <p:spPr>
            <a:xfrm>
              <a:off x="1626119" y="3974483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You specify how to compile and build your program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pic>
        <p:nvPicPr>
          <p:cNvPr id="28" name="Picture 27" descr="A diagram of different colored circles and arrows&#10;&#10;Description automatically generated">
            <a:extLst>
              <a:ext uri="{FF2B5EF4-FFF2-40B4-BE49-F238E27FC236}">
                <a16:creationId xmlns:a16="http://schemas.microsoft.com/office/drawing/2014/main" id="{9C338587-4D09-853D-B8FD-5BCE2A808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18" y="3032325"/>
            <a:ext cx="3251092" cy="3251092"/>
          </a:xfrm>
          <a:prstGeom prst="rect">
            <a:avLst/>
          </a:prstGeom>
        </p:spPr>
      </p:pic>
      <p:grpSp>
        <p:nvGrpSpPr>
          <p:cNvPr id="29" name="Groupe 2">
            <a:extLst>
              <a:ext uri="{FF2B5EF4-FFF2-40B4-BE49-F238E27FC236}">
                <a16:creationId xmlns:a16="http://schemas.microsoft.com/office/drawing/2014/main" id="{97D2D735-559B-E6E2-0858-2A87D80A2D28}"/>
              </a:ext>
            </a:extLst>
          </p:cNvPr>
          <p:cNvGrpSpPr/>
          <p:nvPr/>
        </p:nvGrpSpPr>
        <p:grpSpPr>
          <a:xfrm>
            <a:off x="6677024" y="4380235"/>
            <a:ext cx="9248775" cy="886058"/>
            <a:chOff x="962025" y="3771900"/>
            <a:chExt cx="6048375" cy="886058"/>
          </a:xfrm>
        </p:grpSpPr>
        <p:grpSp>
          <p:nvGrpSpPr>
            <p:cNvPr id="30" name="Group 2">
              <a:extLst>
                <a:ext uri="{FF2B5EF4-FFF2-40B4-BE49-F238E27FC236}">
                  <a16:creationId xmlns:a16="http://schemas.microsoft.com/office/drawing/2014/main" id="{FFEE6329-847A-8A64-F11B-00513837AE5A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35" name="Freeform 3">
                <a:extLst>
                  <a:ext uri="{FF2B5EF4-FFF2-40B4-BE49-F238E27FC236}">
                    <a16:creationId xmlns:a16="http://schemas.microsoft.com/office/drawing/2014/main" id="{5BBDE392-6E8B-6DF9-0086-657374D0D15B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B0A3059-36B7-3DC4-E753-3F7F1A0B0E13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33" name="Freeform 5">
                <a:extLst>
                  <a:ext uri="{FF2B5EF4-FFF2-40B4-BE49-F238E27FC236}">
                    <a16:creationId xmlns:a16="http://schemas.microsoft.com/office/drawing/2014/main" id="{8CFAC426-F143-4AEA-9C02-208F43547C3E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34" name="TextBox 6">
                <a:extLst>
                  <a:ext uri="{FF2B5EF4-FFF2-40B4-BE49-F238E27FC236}">
                    <a16:creationId xmlns:a16="http://schemas.microsoft.com/office/drawing/2014/main" id="{8F949212-7FA2-C726-6872-DDB92959603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32" name="TextBox 24">
              <a:extLst>
                <a:ext uri="{FF2B5EF4-FFF2-40B4-BE49-F238E27FC236}">
                  <a16:creationId xmlns:a16="http://schemas.microsoft.com/office/drawing/2014/main" id="{20A5E130-3AA0-B52F-48CE-F34D0CC7C2C0}"/>
                </a:ext>
              </a:extLst>
            </p:cNvPr>
            <p:cNvSpPr txBox="1"/>
            <p:nvPr/>
          </p:nvSpPr>
          <p:spPr>
            <a:xfrm>
              <a:off x="1626119" y="3848100"/>
              <a:ext cx="5384281" cy="7691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 system administrator provide an automation platform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36" name="Groupe 2">
            <a:extLst>
              <a:ext uri="{FF2B5EF4-FFF2-40B4-BE49-F238E27FC236}">
                <a16:creationId xmlns:a16="http://schemas.microsoft.com/office/drawing/2014/main" id="{C39AD789-95B0-4E81-A613-1FAB04F795D2}"/>
              </a:ext>
            </a:extLst>
          </p:cNvPr>
          <p:cNvGrpSpPr/>
          <p:nvPr/>
        </p:nvGrpSpPr>
        <p:grpSpPr>
          <a:xfrm>
            <a:off x="6677024" y="5728145"/>
            <a:ext cx="9248775" cy="886058"/>
            <a:chOff x="962025" y="3771900"/>
            <a:chExt cx="6048375" cy="886058"/>
          </a:xfrm>
        </p:grpSpPr>
        <p:grpSp>
          <p:nvGrpSpPr>
            <p:cNvPr id="37" name="Group 2">
              <a:extLst>
                <a:ext uri="{FF2B5EF4-FFF2-40B4-BE49-F238E27FC236}">
                  <a16:creationId xmlns:a16="http://schemas.microsoft.com/office/drawing/2014/main" id="{8C9FFDE3-FB43-E308-258F-C2E27252F730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43" name="Freeform 3">
                <a:extLst>
                  <a:ext uri="{FF2B5EF4-FFF2-40B4-BE49-F238E27FC236}">
                    <a16:creationId xmlns:a16="http://schemas.microsoft.com/office/drawing/2014/main" id="{CFE2ACB0-B4DB-2E78-6D71-AB52F1A48E98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5779F70-315A-52F7-46BD-71D7BF732931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40" name="Freeform 5">
                <a:extLst>
                  <a:ext uri="{FF2B5EF4-FFF2-40B4-BE49-F238E27FC236}">
                    <a16:creationId xmlns:a16="http://schemas.microsoft.com/office/drawing/2014/main" id="{A6CA9004-C00A-CBB5-104D-8913575D80E4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42" name="TextBox 6">
                <a:extLst>
                  <a:ext uri="{FF2B5EF4-FFF2-40B4-BE49-F238E27FC236}">
                    <a16:creationId xmlns:a16="http://schemas.microsoft.com/office/drawing/2014/main" id="{EE7FC39C-5910-FA24-748C-840475939E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39" name="TextBox 24">
              <a:extLst>
                <a:ext uri="{FF2B5EF4-FFF2-40B4-BE49-F238E27FC236}">
                  <a16:creationId xmlns:a16="http://schemas.microsoft.com/office/drawing/2014/main" id="{A303D0CD-2FDE-96A4-3705-97ABE6D701A4}"/>
                </a:ext>
              </a:extLst>
            </p:cNvPr>
            <p:cNvSpPr txBox="1"/>
            <p:nvPr/>
          </p:nvSpPr>
          <p:spPr>
            <a:xfrm>
              <a:off x="1626119" y="3848100"/>
              <a:ext cx="5384281" cy="7691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Whenever your push to your repository, it checks everything for you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6663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FDBB7-FD8F-0754-231B-FC8AB5F20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B99BFDB-6C55-D4E4-0ED7-833868450578}"/>
              </a:ext>
            </a:extLst>
          </p:cNvPr>
          <p:cNvSpPr txBox="1"/>
          <p:nvPr/>
        </p:nvSpPr>
        <p:spPr>
          <a:xfrm>
            <a:off x="962025" y="1108692"/>
            <a:ext cx="17554575" cy="109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en-US" sz="7500" spc="-75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USE-CASE 3: Resilient applications</a:t>
            </a:r>
            <a:r>
              <a:rPr lang="en-US" sz="8800" spc="-75" noProof="0" dirty="0">
                <a:solidFill>
                  <a:srgbClr val="FF5F3A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en-US" sz="7500" spc="-75" noProof="0" dirty="0">
              <a:solidFill>
                <a:srgbClr val="FF5F3A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FA612509-CB82-1D2E-D627-B82B818A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&lt;</a:t>
            </a:r>
            <a:fld id="{B6F15528-21DE-4FAA-801E-634DDDAF4B2B}" type="slidenum">
              <a:rPr lang="en-US" noProof="0" smtClean="0"/>
              <a:pPr/>
              <a:t>7</a:t>
            </a:fld>
            <a:r>
              <a:rPr lang="en-US" noProof="0" dirty="0"/>
              <a:t>&gt;</a:t>
            </a:r>
          </a:p>
        </p:txBody>
      </p:sp>
      <p:sp>
        <p:nvSpPr>
          <p:cNvPr id="17" name="Google Shape;83;p16">
            <a:extLst>
              <a:ext uri="{FF2B5EF4-FFF2-40B4-BE49-F238E27FC236}">
                <a16:creationId xmlns:a16="http://schemas.microsoft.com/office/drawing/2014/main" id="{EEDAC7B7-B655-04F8-9FC5-9B32729AE1DC}"/>
              </a:ext>
            </a:extLst>
          </p:cNvPr>
          <p:cNvSpPr/>
          <p:nvPr/>
        </p:nvSpPr>
        <p:spPr>
          <a:xfrm>
            <a:off x="18" y="7553412"/>
            <a:ext cx="2733600" cy="2733600"/>
          </a:xfrm>
          <a:prstGeom prst="rect">
            <a:avLst/>
          </a:prstGeom>
          <a:solidFill>
            <a:srgbClr val="013AFB">
              <a:alpha val="5000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defTabSz="1828800">
              <a:buClr>
                <a:srgbClr val="000000"/>
              </a:buClr>
              <a:defRPr/>
            </a:pPr>
            <a:endParaRPr lang="en-US" sz="2800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6" name="Groupe 2">
            <a:extLst>
              <a:ext uri="{FF2B5EF4-FFF2-40B4-BE49-F238E27FC236}">
                <a16:creationId xmlns:a16="http://schemas.microsoft.com/office/drawing/2014/main" id="{99935C6B-1F56-F501-E1C1-D95F310B2DFD}"/>
              </a:ext>
            </a:extLst>
          </p:cNvPr>
          <p:cNvGrpSpPr/>
          <p:nvPr/>
        </p:nvGrpSpPr>
        <p:grpSpPr>
          <a:xfrm>
            <a:off x="6677024" y="3032325"/>
            <a:ext cx="9248775" cy="886058"/>
            <a:chOff x="962025" y="3771900"/>
            <a:chExt cx="6048375" cy="886058"/>
          </a:xfrm>
        </p:grpSpPr>
        <p:grpSp>
          <p:nvGrpSpPr>
            <p:cNvPr id="18" name="Group 2">
              <a:extLst>
                <a:ext uri="{FF2B5EF4-FFF2-40B4-BE49-F238E27FC236}">
                  <a16:creationId xmlns:a16="http://schemas.microsoft.com/office/drawing/2014/main" id="{2EF4ABD3-AFB2-DCD7-4076-E2BE490CFDD5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27" name="Freeform 3">
                <a:extLst>
                  <a:ext uri="{FF2B5EF4-FFF2-40B4-BE49-F238E27FC236}">
                    <a16:creationId xmlns:a16="http://schemas.microsoft.com/office/drawing/2014/main" id="{EE7EFCCE-1B31-D544-273C-380FA9756521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D279A12-C8A2-AECE-31F0-12716D200BCA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25" name="Freeform 5">
                <a:extLst>
                  <a:ext uri="{FF2B5EF4-FFF2-40B4-BE49-F238E27FC236}">
                    <a16:creationId xmlns:a16="http://schemas.microsoft.com/office/drawing/2014/main" id="{13828A7E-E1B8-87B0-ACB4-636129FAA203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26" name="TextBox 6">
                <a:extLst>
                  <a:ext uri="{FF2B5EF4-FFF2-40B4-BE49-F238E27FC236}">
                    <a16:creationId xmlns:a16="http://schemas.microsoft.com/office/drawing/2014/main" id="{6131EFA0-AED4-4F70-15B7-964D534739D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20" name="TextBox 24">
              <a:extLst>
                <a:ext uri="{FF2B5EF4-FFF2-40B4-BE49-F238E27FC236}">
                  <a16:creationId xmlns:a16="http://schemas.microsoft.com/office/drawing/2014/main" id="{DCF51ADA-3487-411A-6922-66C31454CE7E}"/>
                </a:ext>
              </a:extLst>
            </p:cNvPr>
            <p:cNvSpPr txBox="1"/>
            <p:nvPr/>
          </p:nvSpPr>
          <p:spPr>
            <a:xfrm>
              <a:off x="1626119" y="3848100"/>
              <a:ext cx="5384281" cy="7691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 system administrator build a multi-node infrastructure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pic>
        <p:nvPicPr>
          <p:cNvPr id="28" name="Picture 27" descr="A diagram of different colored circles and arrows&#10;&#10;Description automatically generated">
            <a:extLst>
              <a:ext uri="{FF2B5EF4-FFF2-40B4-BE49-F238E27FC236}">
                <a16:creationId xmlns:a16="http://schemas.microsoft.com/office/drawing/2014/main" id="{8177972A-74D8-3F07-68F3-B4E9BF03B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18" y="3032325"/>
            <a:ext cx="3251092" cy="3251092"/>
          </a:xfrm>
          <a:prstGeom prst="rect">
            <a:avLst/>
          </a:prstGeom>
        </p:spPr>
      </p:pic>
      <p:grpSp>
        <p:nvGrpSpPr>
          <p:cNvPr id="29" name="Groupe 2">
            <a:extLst>
              <a:ext uri="{FF2B5EF4-FFF2-40B4-BE49-F238E27FC236}">
                <a16:creationId xmlns:a16="http://schemas.microsoft.com/office/drawing/2014/main" id="{D716362B-599C-D0E7-A789-6C53216E750E}"/>
              </a:ext>
            </a:extLst>
          </p:cNvPr>
          <p:cNvGrpSpPr/>
          <p:nvPr/>
        </p:nvGrpSpPr>
        <p:grpSpPr>
          <a:xfrm>
            <a:off x="6677024" y="4380235"/>
            <a:ext cx="9248775" cy="886058"/>
            <a:chOff x="962025" y="3771900"/>
            <a:chExt cx="6048375" cy="886058"/>
          </a:xfrm>
        </p:grpSpPr>
        <p:grpSp>
          <p:nvGrpSpPr>
            <p:cNvPr id="30" name="Group 2">
              <a:extLst>
                <a:ext uri="{FF2B5EF4-FFF2-40B4-BE49-F238E27FC236}">
                  <a16:creationId xmlns:a16="http://schemas.microsoft.com/office/drawing/2014/main" id="{A704BACD-DAAD-AEDB-81C0-CB8559C329DF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35" name="Freeform 3">
                <a:extLst>
                  <a:ext uri="{FF2B5EF4-FFF2-40B4-BE49-F238E27FC236}">
                    <a16:creationId xmlns:a16="http://schemas.microsoft.com/office/drawing/2014/main" id="{7DD1DB97-E61F-994F-C0E6-E359F9E901F4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A3CF1D0-79AD-64E4-7795-1C7AFD25AC28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33" name="Freeform 5">
                <a:extLst>
                  <a:ext uri="{FF2B5EF4-FFF2-40B4-BE49-F238E27FC236}">
                    <a16:creationId xmlns:a16="http://schemas.microsoft.com/office/drawing/2014/main" id="{5C49284A-86CA-6806-A67C-00B038BD35E4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34" name="TextBox 6">
                <a:extLst>
                  <a:ext uri="{FF2B5EF4-FFF2-40B4-BE49-F238E27FC236}">
                    <a16:creationId xmlns:a16="http://schemas.microsoft.com/office/drawing/2014/main" id="{9863AD1F-F3D8-6415-699C-98FE9CEDE35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32" name="TextBox 24">
              <a:extLst>
                <a:ext uri="{FF2B5EF4-FFF2-40B4-BE49-F238E27FC236}">
                  <a16:creationId xmlns:a16="http://schemas.microsoft.com/office/drawing/2014/main" id="{635B6AF1-DA52-3BC3-F05C-590EBF7A907A}"/>
                </a:ext>
              </a:extLst>
            </p:cNvPr>
            <p:cNvSpPr txBox="1"/>
            <p:nvPr/>
          </p:nvSpPr>
          <p:spPr>
            <a:xfrm>
              <a:off x="1626119" y="3998173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It has some specific orchestration features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36" name="Groupe 2">
            <a:extLst>
              <a:ext uri="{FF2B5EF4-FFF2-40B4-BE49-F238E27FC236}">
                <a16:creationId xmlns:a16="http://schemas.microsoft.com/office/drawing/2014/main" id="{49CF98E4-ED7C-67B5-1A0E-5A9BFCA9225D}"/>
              </a:ext>
            </a:extLst>
          </p:cNvPr>
          <p:cNvGrpSpPr/>
          <p:nvPr/>
        </p:nvGrpSpPr>
        <p:grpSpPr>
          <a:xfrm>
            <a:off x="6677024" y="5728145"/>
            <a:ext cx="9248775" cy="886058"/>
            <a:chOff x="962025" y="3771900"/>
            <a:chExt cx="6048375" cy="886058"/>
          </a:xfrm>
        </p:grpSpPr>
        <p:grpSp>
          <p:nvGrpSpPr>
            <p:cNvPr id="37" name="Group 2">
              <a:extLst>
                <a:ext uri="{FF2B5EF4-FFF2-40B4-BE49-F238E27FC236}">
                  <a16:creationId xmlns:a16="http://schemas.microsoft.com/office/drawing/2014/main" id="{DD4482B9-599F-3A59-6C49-2C17CD051115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43" name="Freeform 3">
                <a:extLst>
                  <a:ext uri="{FF2B5EF4-FFF2-40B4-BE49-F238E27FC236}">
                    <a16:creationId xmlns:a16="http://schemas.microsoft.com/office/drawing/2014/main" id="{DED5FABF-35F9-28E8-BE50-E4D3B312BF3A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B3F9844-F5B2-542E-0CF2-73EAD3FC5A8C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40" name="Freeform 5">
                <a:extLst>
                  <a:ext uri="{FF2B5EF4-FFF2-40B4-BE49-F238E27FC236}">
                    <a16:creationId xmlns:a16="http://schemas.microsoft.com/office/drawing/2014/main" id="{04FFA78B-B63D-000E-020F-296267D5DEB2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42" name="TextBox 6">
                <a:extLst>
                  <a:ext uri="{FF2B5EF4-FFF2-40B4-BE49-F238E27FC236}">
                    <a16:creationId xmlns:a16="http://schemas.microsoft.com/office/drawing/2014/main" id="{1C45D37C-63B4-2669-4957-C946BB54F3B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39" name="TextBox 24">
              <a:extLst>
                <a:ext uri="{FF2B5EF4-FFF2-40B4-BE49-F238E27FC236}">
                  <a16:creationId xmlns:a16="http://schemas.microsoft.com/office/drawing/2014/main" id="{FE51089C-56EF-6E23-0398-168AD6F5E5FB}"/>
                </a:ext>
              </a:extLst>
            </p:cNvPr>
            <p:cNvSpPr txBox="1"/>
            <p:nvPr/>
          </p:nvSpPr>
          <p:spPr>
            <a:xfrm>
              <a:off x="1626119" y="3945663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You de</a:t>
              </a:r>
              <a:r>
                <a:rPr lang="en-US" sz="2499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ploy and never get worried if something breaks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6962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198AB-CC4B-1013-7BC5-84F26505E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8">
            <a:extLst>
              <a:ext uri="{FF2B5EF4-FFF2-40B4-BE49-F238E27FC236}">
                <a16:creationId xmlns:a16="http://schemas.microsoft.com/office/drawing/2014/main" id="{0499DFFF-78FD-1A25-1E53-A6E981E0F37F}"/>
              </a:ext>
            </a:extLst>
          </p:cNvPr>
          <p:cNvSpPr txBox="1"/>
          <p:nvPr/>
        </p:nvSpPr>
        <p:spPr>
          <a:xfrm>
            <a:off x="971550" y="1095375"/>
            <a:ext cx="14756180" cy="109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en-US" sz="7500" spc="-75" noProof="0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DevOps main challenges</a:t>
            </a:r>
            <a:r>
              <a:rPr lang="en-US" sz="8800" spc="-75" noProof="0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en-US" sz="7500" spc="-75" noProof="0" dirty="0">
              <a:solidFill>
                <a:srgbClr val="013AFB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9" name="Espace réservé du numéro de diapositive 88">
            <a:extLst>
              <a:ext uri="{FF2B5EF4-FFF2-40B4-BE49-F238E27FC236}">
                <a16:creationId xmlns:a16="http://schemas.microsoft.com/office/drawing/2014/main" id="{BFCF8795-0D61-5EF0-1116-430C1C499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&lt;</a:t>
            </a:r>
            <a:fld id="{B6F15528-21DE-4FAA-801E-634DDDAF4B2B}" type="slidenum">
              <a:rPr lang="en-US" noProof="0" smtClean="0"/>
              <a:pPr/>
              <a:t>8</a:t>
            </a:fld>
            <a:r>
              <a:rPr lang="en-US" noProof="0" dirty="0"/>
              <a:t>&gt;</a:t>
            </a:r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6D63DB00-287C-66BE-F3EB-21184E0B2BE7}"/>
              </a:ext>
            </a:extLst>
          </p:cNvPr>
          <p:cNvGrpSpPr/>
          <p:nvPr/>
        </p:nvGrpSpPr>
        <p:grpSpPr>
          <a:xfrm>
            <a:off x="7464220" y="6938144"/>
            <a:ext cx="3964026" cy="723595"/>
            <a:chOff x="7620000" y="6922518"/>
            <a:chExt cx="4996244" cy="723595"/>
          </a:xfrm>
        </p:grpSpPr>
        <p:grpSp>
          <p:nvGrpSpPr>
            <p:cNvPr id="45" name="Group 37">
              <a:extLst>
                <a:ext uri="{FF2B5EF4-FFF2-40B4-BE49-F238E27FC236}">
                  <a16:creationId xmlns:a16="http://schemas.microsoft.com/office/drawing/2014/main" id="{CE0D3A22-3ECD-08CC-F7DC-FB4489BC707D}"/>
                </a:ext>
              </a:extLst>
            </p:cNvPr>
            <p:cNvGrpSpPr/>
            <p:nvPr/>
          </p:nvGrpSpPr>
          <p:grpSpPr>
            <a:xfrm>
              <a:off x="7620000" y="6922518"/>
              <a:ext cx="4996244" cy="723595"/>
              <a:chOff x="0" y="0"/>
              <a:chExt cx="18342281" cy="2583240"/>
            </a:xfrm>
          </p:grpSpPr>
          <p:sp>
            <p:nvSpPr>
              <p:cNvPr id="47" name="Freeform 38">
                <a:extLst>
                  <a:ext uri="{FF2B5EF4-FFF2-40B4-BE49-F238E27FC236}">
                    <a16:creationId xmlns:a16="http://schemas.microsoft.com/office/drawing/2014/main" id="{6982E9C9-35FE-C31C-3D19-B97A5807498E}"/>
                  </a:ext>
                </a:extLst>
              </p:cNvPr>
              <p:cNvSpPr/>
              <p:nvPr/>
            </p:nvSpPr>
            <p:spPr>
              <a:xfrm>
                <a:off x="0" y="0"/>
                <a:ext cx="18342280" cy="2583240"/>
              </a:xfrm>
              <a:custGeom>
                <a:avLst/>
                <a:gdLst/>
                <a:ahLst/>
                <a:cxnLst/>
                <a:rect l="l" t="t" r="r" b="b"/>
                <a:pathLst>
                  <a:path w="18342280" h="2583240">
                    <a:moveTo>
                      <a:pt x="18217821" y="2583240"/>
                    </a:moveTo>
                    <a:lnTo>
                      <a:pt x="124460" y="2583240"/>
                    </a:lnTo>
                    <a:cubicBezTo>
                      <a:pt x="55880" y="2583240"/>
                      <a:pt x="0" y="2527360"/>
                      <a:pt x="0" y="245878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8217821" y="0"/>
                    </a:lnTo>
                    <a:cubicBezTo>
                      <a:pt x="18286402" y="0"/>
                      <a:pt x="18342280" y="55880"/>
                      <a:pt x="18342280" y="124460"/>
                    </a:cubicBezTo>
                    <a:lnTo>
                      <a:pt x="18342280" y="2458780"/>
                    </a:lnTo>
                    <a:cubicBezTo>
                      <a:pt x="18342280" y="2527360"/>
                      <a:pt x="18286402" y="2583240"/>
                      <a:pt x="18217821" y="2583240"/>
                    </a:cubicBezTo>
                    <a:close/>
                  </a:path>
                </a:pathLst>
              </a:custGeom>
              <a:solidFill>
                <a:srgbClr val="79FAC8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sp>
          <p:nvSpPr>
            <p:cNvPr id="46" name="TextBox 42">
              <a:extLst>
                <a:ext uri="{FF2B5EF4-FFF2-40B4-BE49-F238E27FC236}">
                  <a16:creationId xmlns:a16="http://schemas.microsoft.com/office/drawing/2014/main" id="{DE7917F6-347F-624B-A739-6E99F6ED9BD0}"/>
                </a:ext>
              </a:extLst>
            </p:cNvPr>
            <p:cNvSpPr txBox="1"/>
            <p:nvPr/>
          </p:nvSpPr>
          <p:spPr>
            <a:xfrm>
              <a:off x="7720306" y="7128587"/>
              <a:ext cx="4809197" cy="282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62"/>
                </a:lnSpc>
              </a:pPr>
              <a:r>
                <a:rPr lang="en-US" sz="1575" b="1" spc="78" noProof="0" dirty="0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Stability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FEB15E9A-2B46-24A9-7ADF-0A7450359C4B}"/>
              </a:ext>
            </a:extLst>
          </p:cNvPr>
          <p:cNvGrpSpPr/>
          <p:nvPr/>
        </p:nvGrpSpPr>
        <p:grpSpPr>
          <a:xfrm>
            <a:off x="12979756" y="4781702"/>
            <a:ext cx="3936644" cy="723595"/>
            <a:chOff x="7620000" y="6017947"/>
            <a:chExt cx="4996244" cy="723595"/>
          </a:xfrm>
        </p:grpSpPr>
        <p:grpSp>
          <p:nvGrpSpPr>
            <p:cNvPr id="49" name="Group 35">
              <a:extLst>
                <a:ext uri="{FF2B5EF4-FFF2-40B4-BE49-F238E27FC236}">
                  <a16:creationId xmlns:a16="http://schemas.microsoft.com/office/drawing/2014/main" id="{4A50EEBA-4682-C598-FDC6-B4B75C6E8659}"/>
                </a:ext>
              </a:extLst>
            </p:cNvPr>
            <p:cNvGrpSpPr/>
            <p:nvPr/>
          </p:nvGrpSpPr>
          <p:grpSpPr>
            <a:xfrm>
              <a:off x="7620000" y="6017947"/>
              <a:ext cx="4996244" cy="723595"/>
              <a:chOff x="0" y="0"/>
              <a:chExt cx="18342281" cy="2583240"/>
            </a:xfrm>
          </p:grpSpPr>
          <p:sp>
            <p:nvSpPr>
              <p:cNvPr id="51" name="Freeform 36">
                <a:extLst>
                  <a:ext uri="{FF2B5EF4-FFF2-40B4-BE49-F238E27FC236}">
                    <a16:creationId xmlns:a16="http://schemas.microsoft.com/office/drawing/2014/main" id="{B29A4F54-4D4D-4818-922C-0F21A7207BAE}"/>
                  </a:ext>
                </a:extLst>
              </p:cNvPr>
              <p:cNvSpPr/>
              <p:nvPr/>
            </p:nvSpPr>
            <p:spPr>
              <a:xfrm>
                <a:off x="0" y="0"/>
                <a:ext cx="18342280" cy="2583240"/>
              </a:xfrm>
              <a:custGeom>
                <a:avLst/>
                <a:gdLst/>
                <a:ahLst/>
                <a:cxnLst/>
                <a:rect l="l" t="t" r="r" b="b"/>
                <a:pathLst>
                  <a:path w="18342280" h="2583240">
                    <a:moveTo>
                      <a:pt x="18217821" y="2583240"/>
                    </a:moveTo>
                    <a:lnTo>
                      <a:pt x="124460" y="2583240"/>
                    </a:lnTo>
                    <a:cubicBezTo>
                      <a:pt x="55880" y="2583240"/>
                      <a:pt x="0" y="2527360"/>
                      <a:pt x="0" y="245878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8217821" y="0"/>
                    </a:lnTo>
                    <a:cubicBezTo>
                      <a:pt x="18286402" y="0"/>
                      <a:pt x="18342280" y="55880"/>
                      <a:pt x="18342280" y="124460"/>
                    </a:cubicBezTo>
                    <a:lnTo>
                      <a:pt x="18342280" y="2458780"/>
                    </a:lnTo>
                    <a:cubicBezTo>
                      <a:pt x="18342280" y="2527360"/>
                      <a:pt x="18286402" y="2583240"/>
                      <a:pt x="18217821" y="2583240"/>
                    </a:cubicBezTo>
                    <a:close/>
                  </a:path>
                </a:pathLst>
              </a:custGeom>
              <a:solidFill>
                <a:srgbClr val="00FF97">
                  <a:alpha val="50196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sp>
          <p:nvSpPr>
            <p:cNvPr id="50" name="TextBox 43">
              <a:extLst>
                <a:ext uri="{FF2B5EF4-FFF2-40B4-BE49-F238E27FC236}">
                  <a16:creationId xmlns:a16="http://schemas.microsoft.com/office/drawing/2014/main" id="{A1904754-13F3-53D8-9217-F14213BE29FD}"/>
                </a:ext>
              </a:extLst>
            </p:cNvPr>
            <p:cNvSpPr txBox="1"/>
            <p:nvPr/>
          </p:nvSpPr>
          <p:spPr>
            <a:xfrm>
              <a:off x="7815116" y="6246537"/>
              <a:ext cx="4512370" cy="2820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62"/>
                </a:lnSpc>
              </a:pPr>
              <a:r>
                <a:rPr lang="en-US" sz="1575" b="1" spc="78" noProof="0" dirty="0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Collaboration</a:t>
              </a:r>
            </a:p>
          </p:txBody>
        </p:sp>
      </p:grp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F0B47EE0-29D7-5B81-C5F6-E2AAB3952E8A}"/>
              </a:ext>
            </a:extLst>
          </p:cNvPr>
          <p:cNvGrpSpPr/>
          <p:nvPr/>
        </p:nvGrpSpPr>
        <p:grpSpPr>
          <a:xfrm>
            <a:off x="12979755" y="7681645"/>
            <a:ext cx="3936641" cy="723595"/>
            <a:chOff x="7620000" y="5113377"/>
            <a:chExt cx="4996244" cy="723595"/>
          </a:xfrm>
        </p:grpSpPr>
        <p:grpSp>
          <p:nvGrpSpPr>
            <p:cNvPr id="53" name="Group 45">
              <a:extLst>
                <a:ext uri="{FF2B5EF4-FFF2-40B4-BE49-F238E27FC236}">
                  <a16:creationId xmlns:a16="http://schemas.microsoft.com/office/drawing/2014/main" id="{22A7FEA3-D187-B7AD-DF44-1091E1479347}"/>
                </a:ext>
              </a:extLst>
            </p:cNvPr>
            <p:cNvGrpSpPr/>
            <p:nvPr/>
          </p:nvGrpSpPr>
          <p:grpSpPr>
            <a:xfrm>
              <a:off x="7620000" y="5113377"/>
              <a:ext cx="4996244" cy="723595"/>
              <a:chOff x="0" y="0"/>
              <a:chExt cx="18342281" cy="2583240"/>
            </a:xfrm>
          </p:grpSpPr>
          <p:sp>
            <p:nvSpPr>
              <p:cNvPr id="55" name="Freeform 46">
                <a:extLst>
                  <a:ext uri="{FF2B5EF4-FFF2-40B4-BE49-F238E27FC236}">
                    <a16:creationId xmlns:a16="http://schemas.microsoft.com/office/drawing/2014/main" id="{8CBABA8A-A930-1EF4-FA88-A5C936E1E597}"/>
                  </a:ext>
                </a:extLst>
              </p:cNvPr>
              <p:cNvSpPr/>
              <p:nvPr/>
            </p:nvSpPr>
            <p:spPr>
              <a:xfrm>
                <a:off x="0" y="0"/>
                <a:ext cx="18342280" cy="2583240"/>
              </a:xfrm>
              <a:custGeom>
                <a:avLst/>
                <a:gdLst/>
                <a:ahLst/>
                <a:cxnLst/>
                <a:rect l="l" t="t" r="r" b="b"/>
                <a:pathLst>
                  <a:path w="18342280" h="2583240">
                    <a:moveTo>
                      <a:pt x="18217821" y="2583240"/>
                    </a:moveTo>
                    <a:lnTo>
                      <a:pt x="124460" y="2583240"/>
                    </a:lnTo>
                    <a:cubicBezTo>
                      <a:pt x="55880" y="2583240"/>
                      <a:pt x="0" y="2527360"/>
                      <a:pt x="0" y="245878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8217821" y="0"/>
                    </a:lnTo>
                    <a:cubicBezTo>
                      <a:pt x="18286402" y="0"/>
                      <a:pt x="18342280" y="55880"/>
                      <a:pt x="18342280" y="124460"/>
                    </a:cubicBezTo>
                    <a:lnTo>
                      <a:pt x="18342280" y="2458780"/>
                    </a:lnTo>
                    <a:cubicBezTo>
                      <a:pt x="18342280" y="2527360"/>
                      <a:pt x="18286402" y="2583240"/>
                      <a:pt x="18217821" y="2583240"/>
                    </a:cubicBezTo>
                    <a:close/>
                  </a:path>
                </a:pathLst>
              </a:custGeom>
              <a:solidFill>
                <a:srgbClr val="F9AA99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98AFC135-96E1-CD01-BD80-94BB00AAF8E7}"/>
                </a:ext>
              </a:extLst>
            </p:cNvPr>
            <p:cNvSpPr txBox="1"/>
            <p:nvPr/>
          </p:nvSpPr>
          <p:spPr>
            <a:xfrm>
              <a:off x="7815118" y="5341167"/>
              <a:ext cx="4682573" cy="2820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62"/>
                </a:lnSpc>
              </a:pPr>
              <a:r>
                <a:rPr lang="en-US" sz="1575" b="1" spc="78" noProof="0" dirty="0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Availability</a:t>
              </a: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610838CB-03F1-5B8C-21E6-ABC13D1A838E}"/>
              </a:ext>
            </a:extLst>
          </p:cNvPr>
          <p:cNvGrpSpPr/>
          <p:nvPr/>
        </p:nvGrpSpPr>
        <p:grpSpPr>
          <a:xfrm>
            <a:off x="7467607" y="4100244"/>
            <a:ext cx="3991183" cy="723595"/>
            <a:chOff x="5448757" y="3299600"/>
            <a:chExt cx="7167487" cy="723595"/>
          </a:xfrm>
        </p:grpSpPr>
        <p:grpSp>
          <p:nvGrpSpPr>
            <p:cNvPr id="41" name="Group 33">
              <a:extLst>
                <a:ext uri="{FF2B5EF4-FFF2-40B4-BE49-F238E27FC236}">
                  <a16:creationId xmlns:a16="http://schemas.microsoft.com/office/drawing/2014/main" id="{C9DEED90-199E-D91F-F841-CF3CC7D07D8C}"/>
                </a:ext>
              </a:extLst>
            </p:cNvPr>
            <p:cNvGrpSpPr/>
            <p:nvPr/>
          </p:nvGrpSpPr>
          <p:grpSpPr>
            <a:xfrm>
              <a:off x="5448757" y="3299600"/>
              <a:ext cx="7167487" cy="723595"/>
              <a:chOff x="-7971098" y="0"/>
              <a:chExt cx="26313379" cy="2583240"/>
            </a:xfrm>
          </p:grpSpPr>
          <p:sp>
            <p:nvSpPr>
              <p:cNvPr id="43" name="Freeform 34">
                <a:extLst>
                  <a:ext uri="{FF2B5EF4-FFF2-40B4-BE49-F238E27FC236}">
                    <a16:creationId xmlns:a16="http://schemas.microsoft.com/office/drawing/2014/main" id="{7C04AA3F-BC0A-E8C5-3DC2-A0B243C168D5}"/>
                  </a:ext>
                </a:extLst>
              </p:cNvPr>
              <p:cNvSpPr/>
              <p:nvPr/>
            </p:nvSpPr>
            <p:spPr>
              <a:xfrm>
                <a:off x="-7971098" y="0"/>
                <a:ext cx="26313379" cy="2583240"/>
              </a:xfrm>
              <a:custGeom>
                <a:avLst/>
                <a:gdLst/>
                <a:ahLst/>
                <a:cxnLst/>
                <a:rect l="l" t="t" r="r" b="b"/>
                <a:pathLst>
                  <a:path w="18342280" h="2583240">
                    <a:moveTo>
                      <a:pt x="18217821" y="2583240"/>
                    </a:moveTo>
                    <a:lnTo>
                      <a:pt x="124460" y="2583240"/>
                    </a:lnTo>
                    <a:cubicBezTo>
                      <a:pt x="55880" y="2583240"/>
                      <a:pt x="0" y="2527360"/>
                      <a:pt x="0" y="245878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8217821" y="0"/>
                    </a:lnTo>
                    <a:cubicBezTo>
                      <a:pt x="18286402" y="0"/>
                      <a:pt x="18342280" y="55880"/>
                      <a:pt x="18342280" y="124460"/>
                    </a:cubicBezTo>
                    <a:lnTo>
                      <a:pt x="18342280" y="2458780"/>
                    </a:lnTo>
                    <a:cubicBezTo>
                      <a:pt x="18342280" y="2527360"/>
                      <a:pt x="18286402" y="2583240"/>
                      <a:pt x="18217821" y="2583240"/>
                    </a:cubicBezTo>
                    <a:close/>
                  </a:path>
                </a:pathLst>
              </a:custGeom>
              <a:solidFill>
                <a:srgbClr val="F9AA99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429005E-4DAA-61FB-B411-8A32EEDFC683}"/>
                </a:ext>
              </a:extLst>
            </p:cNvPr>
            <p:cNvSpPr txBox="1"/>
            <p:nvPr/>
          </p:nvSpPr>
          <p:spPr>
            <a:xfrm>
              <a:off x="5604897" y="3506661"/>
              <a:ext cx="6794270" cy="2820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62"/>
                </a:lnSpc>
              </a:pPr>
              <a:r>
                <a:rPr lang="en-US" sz="1575" b="1" spc="78" noProof="0" dirty="0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Organization</a:t>
              </a:r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FBC3A9FF-2018-65FF-0430-5803334BAAED}"/>
              </a:ext>
            </a:extLst>
          </p:cNvPr>
          <p:cNvGrpSpPr/>
          <p:nvPr/>
        </p:nvGrpSpPr>
        <p:grpSpPr>
          <a:xfrm>
            <a:off x="7464220" y="5519194"/>
            <a:ext cx="3991183" cy="723595"/>
            <a:chOff x="7620000" y="6017947"/>
            <a:chExt cx="4996244" cy="723595"/>
          </a:xfrm>
        </p:grpSpPr>
        <p:grpSp>
          <p:nvGrpSpPr>
            <p:cNvPr id="60" name="Group 35">
              <a:extLst>
                <a:ext uri="{FF2B5EF4-FFF2-40B4-BE49-F238E27FC236}">
                  <a16:creationId xmlns:a16="http://schemas.microsoft.com/office/drawing/2014/main" id="{028B0034-5E71-C223-E3F8-A16FE10D8AE5}"/>
                </a:ext>
              </a:extLst>
            </p:cNvPr>
            <p:cNvGrpSpPr/>
            <p:nvPr/>
          </p:nvGrpSpPr>
          <p:grpSpPr>
            <a:xfrm>
              <a:off x="7620000" y="6017947"/>
              <a:ext cx="4996244" cy="723595"/>
              <a:chOff x="0" y="0"/>
              <a:chExt cx="18342281" cy="2583240"/>
            </a:xfrm>
          </p:grpSpPr>
          <p:sp>
            <p:nvSpPr>
              <p:cNvPr id="62" name="Freeform 36">
                <a:extLst>
                  <a:ext uri="{FF2B5EF4-FFF2-40B4-BE49-F238E27FC236}">
                    <a16:creationId xmlns:a16="http://schemas.microsoft.com/office/drawing/2014/main" id="{CF9A7B83-3033-6BF1-D77D-7CAAB7E28A16}"/>
                  </a:ext>
                </a:extLst>
              </p:cNvPr>
              <p:cNvSpPr/>
              <p:nvPr/>
            </p:nvSpPr>
            <p:spPr>
              <a:xfrm>
                <a:off x="0" y="0"/>
                <a:ext cx="18342280" cy="2583240"/>
              </a:xfrm>
              <a:custGeom>
                <a:avLst/>
                <a:gdLst/>
                <a:ahLst/>
                <a:cxnLst/>
                <a:rect l="l" t="t" r="r" b="b"/>
                <a:pathLst>
                  <a:path w="18342280" h="2583240">
                    <a:moveTo>
                      <a:pt x="18217821" y="2583240"/>
                    </a:moveTo>
                    <a:lnTo>
                      <a:pt x="124460" y="2583240"/>
                    </a:lnTo>
                    <a:cubicBezTo>
                      <a:pt x="55880" y="2583240"/>
                      <a:pt x="0" y="2527360"/>
                      <a:pt x="0" y="245878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8217821" y="0"/>
                    </a:lnTo>
                    <a:cubicBezTo>
                      <a:pt x="18286402" y="0"/>
                      <a:pt x="18342280" y="55880"/>
                      <a:pt x="18342280" y="124460"/>
                    </a:cubicBezTo>
                    <a:lnTo>
                      <a:pt x="18342280" y="2458780"/>
                    </a:lnTo>
                    <a:cubicBezTo>
                      <a:pt x="18342280" y="2527360"/>
                      <a:pt x="18286402" y="2583240"/>
                      <a:pt x="18217821" y="2583240"/>
                    </a:cubicBezTo>
                    <a:close/>
                  </a:path>
                </a:pathLst>
              </a:custGeom>
              <a:solidFill>
                <a:srgbClr val="F989F8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sp>
          <p:nvSpPr>
            <p:cNvPr id="61" name="TextBox 43">
              <a:extLst>
                <a:ext uri="{FF2B5EF4-FFF2-40B4-BE49-F238E27FC236}">
                  <a16:creationId xmlns:a16="http://schemas.microsoft.com/office/drawing/2014/main" id="{4318FDA7-3F89-B02D-7CC1-FBDD1F023185}"/>
                </a:ext>
              </a:extLst>
            </p:cNvPr>
            <p:cNvSpPr txBox="1"/>
            <p:nvPr/>
          </p:nvSpPr>
          <p:spPr>
            <a:xfrm>
              <a:off x="7844937" y="6238711"/>
              <a:ext cx="4512370" cy="2820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62"/>
                </a:lnSpc>
              </a:pPr>
              <a:r>
                <a:rPr lang="en-US" sz="1575" b="1" spc="78" noProof="0" dirty="0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Compliance</a:t>
              </a: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833C7865-B3FB-65B1-CBFB-E8ED8A9F3F1C}"/>
              </a:ext>
            </a:extLst>
          </p:cNvPr>
          <p:cNvGrpSpPr/>
          <p:nvPr/>
        </p:nvGrpSpPr>
        <p:grpSpPr>
          <a:xfrm>
            <a:off x="12979755" y="6230089"/>
            <a:ext cx="3936643" cy="723595"/>
            <a:chOff x="7620000" y="6017947"/>
            <a:chExt cx="4996244" cy="723595"/>
          </a:xfrm>
        </p:grpSpPr>
        <p:grpSp>
          <p:nvGrpSpPr>
            <p:cNvPr id="65" name="Group 35">
              <a:extLst>
                <a:ext uri="{FF2B5EF4-FFF2-40B4-BE49-F238E27FC236}">
                  <a16:creationId xmlns:a16="http://schemas.microsoft.com/office/drawing/2014/main" id="{6C9E1FF9-55DA-DC84-7D2E-6A7DC05B8C78}"/>
                </a:ext>
              </a:extLst>
            </p:cNvPr>
            <p:cNvGrpSpPr/>
            <p:nvPr/>
          </p:nvGrpSpPr>
          <p:grpSpPr>
            <a:xfrm>
              <a:off x="7620000" y="6017947"/>
              <a:ext cx="4996244" cy="723595"/>
              <a:chOff x="0" y="0"/>
              <a:chExt cx="18342281" cy="2583240"/>
            </a:xfrm>
          </p:grpSpPr>
          <p:sp>
            <p:nvSpPr>
              <p:cNvPr id="67" name="Freeform 36">
                <a:extLst>
                  <a:ext uri="{FF2B5EF4-FFF2-40B4-BE49-F238E27FC236}">
                    <a16:creationId xmlns:a16="http://schemas.microsoft.com/office/drawing/2014/main" id="{E8A54333-B176-350F-F11A-AA9A1C901259}"/>
                  </a:ext>
                </a:extLst>
              </p:cNvPr>
              <p:cNvSpPr/>
              <p:nvPr/>
            </p:nvSpPr>
            <p:spPr>
              <a:xfrm>
                <a:off x="0" y="0"/>
                <a:ext cx="18342280" cy="2583240"/>
              </a:xfrm>
              <a:custGeom>
                <a:avLst/>
                <a:gdLst/>
                <a:ahLst/>
                <a:cxnLst/>
                <a:rect l="l" t="t" r="r" b="b"/>
                <a:pathLst>
                  <a:path w="18342280" h="2583240">
                    <a:moveTo>
                      <a:pt x="18217821" y="2583240"/>
                    </a:moveTo>
                    <a:lnTo>
                      <a:pt x="124460" y="2583240"/>
                    </a:lnTo>
                    <a:cubicBezTo>
                      <a:pt x="55880" y="2583240"/>
                      <a:pt x="0" y="2527360"/>
                      <a:pt x="0" y="245878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8217821" y="0"/>
                    </a:lnTo>
                    <a:cubicBezTo>
                      <a:pt x="18286402" y="0"/>
                      <a:pt x="18342280" y="55880"/>
                      <a:pt x="18342280" y="124460"/>
                    </a:cubicBezTo>
                    <a:lnTo>
                      <a:pt x="18342280" y="2458780"/>
                    </a:lnTo>
                    <a:cubicBezTo>
                      <a:pt x="18342280" y="2527360"/>
                      <a:pt x="18286402" y="2583240"/>
                      <a:pt x="18217821" y="2583240"/>
                    </a:cubicBezTo>
                    <a:close/>
                  </a:path>
                </a:pathLst>
              </a:custGeom>
              <a:solidFill>
                <a:srgbClr val="7A97FA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sp>
          <p:nvSpPr>
            <p:cNvPr id="66" name="TextBox 43">
              <a:extLst>
                <a:ext uri="{FF2B5EF4-FFF2-40B4-BE49-F238E27FC236}">
                  <a16:creationId xmlns:a16="http://schemas.microsoft.com/office/drawing/2014/main" id="{D5A2EED8-2BFB-E890-BCA3-C9C0C13071D3}"/>
                </a:ext>
              </a:extLst>
            </p:cNvPr>
            <p:cNvSpPr txBox="1"/>
            <p:nvPr/>
          </p:nvSpPr>
          <p:spPr>
            <a:xfrm>
              <a:off x="7815117" y="6238711"/>
              <a:ext cx="4512370" cy="2820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62"/>
                </a:lnSpc>
              </a:pPr>
              <a:r>
                <a:rPr lang="en-US" sz="1575" b="1" spc="78" noProof="0" dirty="0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Performance</a:t>
              </a:r>
            </a:p>
          </p:txBody>
        </p:sp>
      </p:grpSp>
      <p:sp>
        <p:nvSpPr>
          <p:cNvPr id="69" name="AutoShape 2">
            <a:extLst>
              <a:ext uri="{FF2B5EF4-FFF2-40B4-BE49-F238E27FC236}">
                <a16:creationId xmlns:a16="http://schemas.microsoft.com/office/drawing/2014/main" id="{C97B6A5E-A962-2E82-F7AB-A14B4CA6B273}"/>
              </a:ext>
            </a:extLst>
          </p:cNvPr>
          <p:cNvSpPr/>
          <p:nvPr/>
        </p:nvSpPr>
        <p:spPr>
          <a:xfrm flipH="1" flipV="1">
            <a:off x="12196608" y="4462042"/>
            <a:ext cx="0" cy="5829298"/>
          </a:xfrm>
          <a:prstGeom prst="line">
            <a:avLst/>
          </a:prstGeom>
          <a:ln w="19050" cap="flat">
            <a:solidFill>
              <a:srgbClr val="2437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0" name="AutoShape 3">
            <a:extLst>
              <a:ext uri="{FF2B5EF4-FFF2-40B4-BE49-F238E27FC236}">
                <a16:creationId xmlns:a16="http://schemas.microsoft.com/office/drawing/2014/main" id="{B20D0321-2C06-1335-F80E-5F1AE60CB4BD}"/>
              </a:ext>
            </a:extLst>
          </p:cNvPr>
          <p:cNvSpPr/>
          <p:nvPr/>
        </p:nvSpPr>
        <p:spPr>
          <a:xfrm flipH="1" flipV="1">
            <a:off x="11709551" y="4462043"/>
            <a:ext cx="477844" cy="0"/>
          </a:xfrm>
          <a:prstGeom prst="line">
            <a:avLst/>
          </a:prstGeom>
          <a:ln w="19050" cap="rnd">
            <a:solidFill>
              <a:srgbClr val="24376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1" name="AutoShape 4">
            <a:extLst>
              <a:ext uri="{FF2B5EF4-FFF2-40B4-BE49-F238E27FC236}">
                <a16:creationId xmlns:a16="http://schemas.microsoft.com/office/drawing/2014/main" id="{B5AA91B2-CAAE-3402-717A-6A584AAD92A7}"/>
              </a:ext>
            </a:extLst>
          </p:cNvPr>
          <p:cNvSpPr/>
          <p:nvPr/>
        </p:nvSpPr>
        <p:spPr>
          <a:xfrm>
            <a:off x="11709552" y="5880992"/>
            <a:ext cx="477843" cy="0"/>
          </a:xfrm>
          <a:prstGeom prst="line">
            <a:avLst/>
          </a:prstGeom>
          <a:ln w="19050" cap="rnd">
            <a:solidFill>
              <a:srgbClr val="243762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2" name="AutoShape 5">
            <a:extLst>
              <a:ext uri="{FF2B5EF4-FFF2-40B4-BE49-F238E27FC236}">
                <a16:creationId xmlns:a16="http://schemas.microsoft.com/office/drawing/2014/main" id="{686B6F77-4069-0345-A6C4-B2C21A2BAFBC}"/>
              </a:ext>
            </a:extLst>
          </p:cNvPr>
          <p:cNvSpPr/>
          <p:nvPr/>
        </p:nvSpPr>
        <p:spPr>
          <a:xfrm>
            <a:off x="12198989" y="6595643"/>
            <a:ext cx="468628" cy="0"/>
          </a:xfrm>
          <a:prstGeom prst="line">
            <a:avLst/>
          </a:prstGeom>
          <a:ln w="19050" cap="rnd">
            <a:solidFill>
              <a:srgbClr val="24376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AutoShape 5">
            <a:extLst>
              <a:ext uri="{FF2B5EF4-FFF2-40B4-BE49-F238E27FC236}">
                <a16:creationId xmlns:a16="http://schemas.microsoft.com/office/drawing/2014/main" id="{60FC7B5E-E6CA-B0E5-54BA-F3CAA40DE3F2}"/>
              </a:ext>
            </a:extLst>
          </p:cNvPr>
          <p:cNvSpPr/>
          <p:nvPr/>
        </p:nvSpPr>
        <p:spPr>
          <a:xfrm>
            <a:off x="12196610" y="5147843"/>
            <a:ext cx="468628" cy="0"/>
          </a:xfrm>
          <a:prstGeom prst="line">
            <a:avLst/>
          </a:prstGeom>
          <a:ln w="19050" cap="rnd">
            <a:solidFill>
              <a:srgbClr val="24376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4" name="AutoShape 5">
            <a:extLst>
              <a:ext uri="{FF2B5EF4-FFF2-40B4-BE49-F238E27FC236}">
                <a16:creationId xmlns:a16="http://schemas.microsoft.com/office/drawing/2014/main" id="{F6081B4A-DB46-69BB-D43A-AE3D76E9F814}"/>
              </a:ext>
            </a:extLst>
          </p:cNvPr>
          <p:cNvSpPr/>
          <p:nvPr/>
        </p:nvSpPr>
        <p:spPr>
          <a:xfrm>
            <a:off x="12196610" y="8043443"/>
            <a:ext cx="468628" cy="0"/>
          </a:xfrm>
          <a:prstGeom prst="line">
            <a:avLst/>
          </a:prstGeom>
          <a:ln w="19050" cap="rnd">
            <a:solidFill>
              <a:srgbClr val="24376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5" name="AutoShape 4">
            <a:extLst>
              <a:ext uri="{FF2B5EF4-FFF2-40B4-BE49-F238E27FC236}">
                <a16:creationId xmlns:a16="http://schemas.microsoft.com/office/drawing/2014/main" id="{15F51A22-B99E-D6D3-CA63-E4100BA2B9CA}"/>
              </a:ext>
            </a:extLst>
          </p:cNvPr>
          <p:cNvSpPr/>
          <p:nvPr/>
        </p:nvSpPr>
        <p:spPr>
          <a:xfrm>
            <a:off x="11714157" y="7299942"/>
            <a:ext cx="477843" cy="0"/>
          </a:xfrm>
          <a:prstGeom prst="line">
            <a:avLst/>
          </a:prstGeom>
          <a:ln w="19050" cap="rnd">
            <a:solidFill>
              <a:srgbClr val="243762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Google Shape;87;p16">
            <a:extLst>
              <a:ext uri="{FF2B5EF4-FFF2-40B4-BE49-F238E27FC236}">
                <a16:creationId xmlns:a16="http://schemas.microsoft.com/office/drawing/2014/main" id="{553403FF-C737-5057-A1FA-A417D3AC21B7}"/>
              </a:ext>
            </a:extLst>
          </p:cNvPr>
          <p:cNvSpPr/>
          <p:nvPr/>
        </p:nvSpPr>
        <p:spPr>
          <a:xfrm>
            <a:off x="12820800" y="0"/>
            <a:ext cx="5467200" cy="2733600"/>
          </a:xfrm>
          <a:prstGeom prst="rect">
            <a:avLst/>
          </a:prstGeom>
          <a:solidFill>
            <a:srgbClr val="013AFB">
              <a:alpha val="5000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defTabSz="1828800">
              <a:buClr>
                <a:srgbClr val="000000"/>
              </a:buClr>
              <a:defRPr/>
            </a:pPr>
            <a:endParaRPr lang="en-US" sz="2800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6E299-DF37-176D-DD99-1BDB6CDA8785}"/>
              </a:ext>
            </a:extLst>
          </p:cNvPr>
          <p:cNvSpPr txBox="1"/>
          <p:nvPr/>
        </p:nvSpPr>
        <p:spPr>
          <a:xfrm>
            <a:off x="1028700" y="2127870"/>
            <a:ext cx="6615208" cy="501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noProof="0" dirty="0">
                <a:solidFill>
                  <a:srgbClr val="243762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Challenges are the best way to improve</a:t>
            </a:r>
          </a:p>
        </p:txBody>
      </p:sp>
      <p:pic>
        <p:nvPicPr>
          <p:cNvPr id="5" name="Picture 4" descr="A flag on top of a mountain">
            <a:extLst>
              <a:ext uri="{FF2B5EF4-FFF2-40B4-BE49-F238E27FC236}">
                <a16:creationId xmlns:a16="http://schemas.microsoft.com/office/drawing/2014/main" id="{D270442B-B115-1769-2753-BA10CE685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03" y="4012758"/>
            <a:ext cx="4876190" cy="4876190"/>
          </a:xfrm>
          <a:prstGeom prst="rect">
            <a:avLst/>
          </a:prstGeom>
        </p:spPr>
      </p:pic>
      <p:grpSp>
        <p:nvGrpSpPr>
          <p:cNvPr id="6" name="Groupe 63">
            <a:extLst>
              <a:ext uri="{FF2B5EF4-FFF2-40B4-BE49-F238E27FC236}">
                <a16:creationId xmlns:a16="http://schemas.microsoft.com/office/drawing/2014/main" id="{E417B4C6-0870-C048-C008-DFF815D6AE08}"/>
              </a:ext>
            </a:extLst>
          </p:cNvPr>
          <p:cNvGrpSpPr/>
          <p:nvPr/>
        </p:nvGrpSpPr>
        <p:grpSpPr>
          <a:xfrm>
            <a:off x="7491489" y="8357094"/>
            <a:ext cx="3936643" cy="723595"/>
            <a:chOff x="7620000" y="6017947"/>
            <a:chExt cx="4996244" cy="723595"/>
          </a:xfrm>
        </p:grpSpPr>
        <p:grpSp>
          <p:nvGrpSpPr>
            <p:cNvPr id="7" name="Group 35">
              <a:extLst>
                <a:ext uri="{FF2B5EF4-FFF2-40B4-BE49-F238E27FC236}">
                  <a16:creationId xmlns:a16="http://schemas.microsoft.com/office/drawing/2014/main" id="{B04E1B9E-9DF1-9F0E-0F71-18876A72D4D3}"/>
                </a:ext>
              </a:extLst>
            </p:cNvPr>
            <p:cNvGrpSpPr/>
            <p:nvPr/>
          </p:nvGrpSpPr>
          <p:grpSpPr>
            <a:xfrm>
              <a:off x="7620000" y="6017947"/>
              <a:ext cx="4996244" cy="723595"/>
              <a:chOff x="0" y="0"/>
              <a:chExt cx="18342281" cy="2583240"/>
            </a:xfrm>
          </p:grpSpPr>
          <p:sp>
            <p:nvSpPr>
              <p:cNvPr id="9" name="Freeform 36">
                <a:extLst>
                  <a:ext uri="{FF2B5EF4-FFF2-40B4-BE49-F238E27FC236}">
                    <a16:creationId xmlns:a16="http://schemas.microsoft.com/office/drawing/2014/main" id="{6170F7F8-DD16-9A03-4FD1-59A10478AFD3}"/>
                  </a:ext>
                </a:extLst>
              </p:cNvPr>
              <p:cNvSpPr/>
              <p:nvPr/>
            </p:nvSpPr>
            <p:spPr>
              <a:xfrm>
                <a:off x="0" y="0"/>
                <a:ext cx="18342280" cy="2583240"/>
              </a:xfrm>
              <a:custGeom>
                <a:avLst/>
                <a:gdLst/>
                <a:ahLst/>
                <a:cxnLst/>
                <a:rect l="l" t="t" r="r" b="b"/>
                <a:pathLst>
                  <a:path w="18342280" h="2583240">
                    <a:moveTo>
                      <a:pt x="18217821" y="2583240"/>
                    </a:moveTo>
                    <a:lnTo>
                      <a:pt x="124460" y="2583240"/>
                    </a:lnTo>
                    <a:cubicBezTo>
                      <a:pt x="55880" y="2583240"/>
                      <a:pt x="0" y="2527360"/>
                      <a:pt x="0" y="245878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8217821" y="0"/>
                    </a:lnTo>
                    <a:cubicBezTo>
                      <a:pt x="18286402" y="0"/>
                      <a:pt x="18342280" y="55880"/>
                      <a:pt x="18342280" y="124460"/>
                    </a:cubicBezTo>
                    <a:lnTo>
                      <a:pt x="18342280" y="2458780"/>
                    </a:lnTo>
                    <a:cubicBezTo>
                      <a:pt x="18342280" y="2527360"/>
                      <a:pt x="18286402" y="2583240"/>
                      <a:pt x="18217821" y="2583240"/>
                    </a:cubicBezTo>
                    <a:close/>
                  </a:path>
                </a:pathLst>
              </a:custGeom>
              <a:solidFill>
                <a:srgbClr val="7A97FA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sp>
          <p:nvSpPr>
            <p:cNvPr id="8" name="TextBox 43">
              <a:extLst>
                <a:ext uri="{FF2B5EF4-FFF2-40B4-BE49-F238E27FC236}">
                  <a16:creationId xmlns:a16="http://schemas.microsoft.com/office/drawing/2014/main" id="{70A53AD3-9C6D-E45D-CAD8-C5D05CA414E3}"/>
                </a:ext>
              </a:extLst>
            </p:cNvPr>
            <p:cNvSpPr txBox="1"/>
            <p:nvPr/>
          </p:nvSpPr>
          <p:spPr>
            <a:xfrm>
              <a:off x="7815117" y="6238711"/>
              <a:ext cx="4512370" cy="2820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62"/>
                </a:lnSpc>
              </a:pPr>
              <a:r>
                <a:rPr lang="en-US" sz="1575" b="1" spc="78" noProof="0" dirty="0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Performance</a:t>
              </a:r>
            </a:p>
          </p:txBody>
        </p:sp>
      </p:grpSp>
      <p:sp>
        <p:nvSpPr>
          <p:cNvPr id="10" name="AutoShape 4">
            <a:extLst>
              <a:ext uri="{FF2B5EF4-FFF2-40B4-BE49-F238E27FC236}">
                <a16:creationId xmlns:a16="http://schemas.microsoft.com/office/drawing/2014/main" id="{D117556E-456D-F900-D362-5720652D6CE8}"/>
              </a:ext>
            </a:extLst>
          </p:cNvPr>
          <p:cNvSpPr/>
          <p:nvPr/>
        </p:nvSpPr>
        <p:spPr>
          <a:xfrm>
            <a:off x="11709466" y="8733202"/>
            <a:ext cx="477843" cy="0"/>
          </a:xfrm>
          <a:prstGeom prst="line">
            <a:avLst/>
          </a:prstGeom>
          <a:ln w="19050" cap="rnd">
            <a:solidFill>
              <a:srgbClr val="243762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75348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81788-C5D8-A84A-FDB6-6A9035CD4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8">
            <a:extLst>
              <a:ext uri="{FF2B5EF4-FFF2-40B4-BE49-F238E27FC236}">
                <a16:creationId xmlns:a16="http://schemas.microsoft.com/office/drawing/2014/main" id="{588B8AD9-911D-9060-0965-B021D3009DC5}"/>
              </a:ext>
            </a:extLst>
          </p:cNvPr>
          <p:cNvSpPr txBox="1"/>
          <p:nvPr/>
        </p:nvSpPr>
        <p:spPr>
          <a:xfrm>
            <a:off x="971550" y="1095375"/>
            <a:ext cx="14756180" cy="109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en-US" sz="7500" spc="-75" noProof="0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DevOps </a:t>
            </a:r>
            <a:r>
              <a:rPr lang="en-US" sz="7500" spc="-75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common tools</a:t>
            </a:r>
            <a:r>
              <a:rPr lang="en-US" sz="8800" spc="-75" noProof="0" dirty="0">
                <a:solidFill>
                  <a:srgbClr val="F989F8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en-US" sz="7500" spc="-75" noProof="0" dirty="0">
              <a:solidFill>
                <a:srgbClr val="F989F8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9" name="Espace réservé du numéro de diapositive 88">
            <a:extLst>
              <a:ext uri="{FF2B5EF4-FFF2-40B4-BE49-F238E27FC236}">
                <a16:creationId xmlns:a16="http://schemas.microsoft.com/office/drawing/2014/main" id="{EC80EAC9-516B-E271-BAB1-44075B37F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&lt;</a:t>
            </a:r>
            <a:fld id="{B6F15528-21DE-4FAA-801E-634DDDAF4B2B}" type="slidenum">
              <a:rPr lang="en-US" noProof="0" smtClean="0"/>
              <a:pPr/>
              <a:t>9</a:t>
            </a:fld>
            <a:r>
              <a:rPr lang="en-US" noProof="0" dirty="0"/>
              <a:t>&gt;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C12730-CBC4-00DE-EF04-82AFDD651B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27" y="2412932"/>
            <a:ext cx="16604146" cy="715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54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1316E10D-DEF8-E309-5F7E-B85A59572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20">
            <a:extLst>
              <a:ext uri="{FF2B5EF4-FFF2-40B4-BE49-F238E27FC236}">
                <a16:creationId xmlns:a16="http://schemas.microsoft.com/office/drawing/2014/main" id="{D9E95ABD-CC43-2A00-23ED-7CB2BAC9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noProof="0" dirty="0"/>
              <a:t>&lt;</a:t>
            </a:r>
            <a:fld id="{B6F15528-21DE-4FAA-801E-634DDDAF4B2B}" type="slidenum">
              <a:rPr lang="en-US" noProof="0" smtClean="0"/>
              <a:pPr/>
              <a:t>10</a:t>
            </a:fld>
            <a:r>
              <a:rPr lang="en-US" noProof="0" dirty="0"/>
              <a:t>&gt;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4E8EED2-CE82-137C-9902-DAE36F3816BC}"/>
              </a:ext>
            </a:extLst>
          </p:cNvPr>
          <p:cNvSpPr txBox="1"/>
          <p:nvPr/>
        </p:nvSpPr>
        <p:spPr>
          <a:xfrm>
            <a:off x="962025" y="1108692"/>
            <a:ext cx="12560923" cy="109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en-US" sz="7500" spc="-75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DevOps projects</a:t>
            </a:r>
            <a:r>
              <a:rPr lang="en-US" sz="8800" spc="-75" noProof="0" dirty="0">
                <a:solidFill>
                  <a:srgbClr val="00FF97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en-US" sz="7500" spc="-75" noProof="0" dirty="0">
              <a:solidFill>
                <a:srgbClr val="013AFB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" name="Google Shape;83;p16">
            <a:extLst>
              <a:ext uri="{FF2B5EF4-FFF2-40B4-BE49-F238E27FC236}">
                <a16:creationId xmlns:a16="http://schemas.microsoft.com/office/drawing/2014/main" id="{7E365E71-AF9A-F7D6-E06D-18D33819F848}"/>
              </a:ext>
            </a:extLst>
          </p:cNvPr>
          <p:cNvSpPr/>
          <p:nvPr/>
        </p:nvSpPr>
        <p:spPr>
          <a:xfrm>
            <a:off x="18" y="7553412"/>
            <a:ext cx="2733600" cy="2733600"/>
          </a:xfrm>
          <a:prstGeom prst="rect">
            <a:avLst/>
          </a:prstGeom>
          <a:solidFill>
            <a:srgbClr val="013AFB">
              <a:alpha val="5000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defTabSz="1828800">
              <a:buClr>
                <a:srgbClr val="000000"/>
              </a:buClr>
              <a:defRPr/>
            </a:pPr>
            <a:endParaRPr lang="en-US" sz="2800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Google Shape;83;p16">
            <a:extLst>
              <a:ext uri="{FF2B5EF4-FFF2-40B4-BE49-F238E27FC236}">
                <a16:creationId xmlns:a16="http://schemas.microsoft.com/office/drawing/2014/main" id="{C8B486ED-1253-C708-6E2F-3962D93D9322}"/>
              </a:ext>
            </a:extLst>
          </p:cNvPr>
          <p:cNvSpPr/>
          <p:nvPr/>
        </p:nvSpPr>
        <p:spPr>
          <a:xfrm>
            <a:off x="15554400" y="0"/>
            <a:ext cx="2733600" cy="2733600"/>
          </a:xfrm>
          <a:prstGeom prst="rect">
            <a:avLst/>
          </a:prstGeom>
          <a:solidFill>
            <a:srgbClr val="013AFB">
              <a:alpha val="5000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defTabSz="1828800">
              <a:buClr>
                <a:srgbClr val="000000"/>
              </a:buClr>
              <a:defRPr/>
            </a:pPr>
            <a:endParaRPr lang="en-US" sz="2800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4" name="Picture 3" descr="A group of folders with different colors&#10;&#10;Description automatically generated">
            <a:extLst>
              <a:ext uri="{FF2B5EF4-FFF2-40B4-BE49-F238E27FC236}">
                <a16:creationId xmlns:a16="http://schemas.microsoft.com/office/drawing/2014/main" id="{9AEB50CB-7905-5631-1F98-DE602EB9C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4000500"/>
            <a:ext cx="4010366" cy="4010366"/>
          </a:xfrm>
          <a:prstGeom prst="rect">
            <a:avLst/>
          </a:prstGeom>
        </p:spPr>
      </p:pic>
      <p:grpSp>
        <p:nvGrpSpPr>
          <p:cNvPr id="9" name="Groupe 2">
            <a:extLst>
              <a:ext uri="{FF2B5EF4-FFF2-40B4-BE49-F238E27FC236}">
                <a16:creationId xmlns:a16="http://schemas.microsoft.com/office/drawing/2014/main" id="{2792D0A7-C90A-08A0-F6A6-034F84E5949E}"/>
              </a:ext>
            </a:extLst>
          </p:cNvPr>
          <p:cNvGrpSpPr/>
          <p:nvPr/>
        </p:nvGrpSpPr>
        <p:grpSpPr>
          <a:xfrm>
            <a:off x="1471613" y="2644253"/>
            <a:ext cx="9248775" cy="886058"/>
            <a:chOff x="962025" y="3771900"/>
            <a:chExt cx="6048375" cy="886058"/>
          </a:xfrm>
        </p:grpSpPr>
        <p:grpSp>
          <p:nvGrpSpPr>
            <p:cNvPr id="10" name="Group 2">
              <a:extLst>
                <a:ext uri="{FF2B5EF4-FFF2-40B4-BE49-F238E27FC236}">
                  <a16:creationId xmlns:a16="http://schemas.microsoft.com/office/drawing/2014/main" id="{AEF51CB8-84C0-F9B9-51B7-4715482CFE5D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15" name="Freeform 3">
                <a:extLst>
                  <a:ext uri="{FF2B5EF4-FFF2-40B4-BE49-F238E27FC236}">
                    <a16:creationId xmlns:a16="http://schemas.microsoft.com/office/drawing/2014/main" id="{46959DED-A18D-8D45-50E5-F4BC19C9DF97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3472367-DD34-53F4-8429-1DAA8A2EC53B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13" name="Freeform 5">
                <a:extLst>
                  <a:ext uri="{FF2B5EF4-FFF2-40B4-BE49-F238E27FC236}">
                    <a16:creationId xmlns:a16="http://schemas.microsoft.com/office/drawing/2014/main" id="{85EC6367-DB0E-B905-768D-00A10666CC6C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14" name="TextBox 6">
                <a:extLst>
                  <a:ext uri="{FF2B5EF4-FFF2-40B4-BE49-F238E27FC236}">
                    <a16:creationId xmlns:a16="http://schemas.microsoft.com/office/drawing/2014/main" id="{1739B9F9-8785-D937-A67F-E27585ED58B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12" name="TextBox 24">
              <a:extLst>
                <a:ext uri="{FF2B5EF4-FFF2-40B4-BE49-F238E27FC236}">
                  <a16:creationId xmlns:a16="http://schemas.microsoft.com/office/drawing/2014/main" id="{3C3871BE-3831-24F0-3FAC-FEB2E1170CFE}"/>
                </a:ext>
              </a:extLst>
            </p:cNvPr>
            <p:cNvSpPr txBox="1"/>
            <p:nvPr/>
          </p:nvSpPr>
          <p:spPr>
            <a:xfrm>
              <a:off x="1626119" y="3848100"/>
              <a:ext cx="5384281" cy="7691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awesome projects</a:t>
              </a:r>
            </a:p>
            <a:p>
              <a:pPr algn="l">
                <a:spcBef>
                  <a:spcPct val="0"/>
                </a:spcBef>
              </a:pPr>
              <a:r>
                <a:rPr lang="en-US" sz="2499" b="1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(3 if you choose T-DOP-603 in June)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16" name="Groupe 2">
            <a:extLst>
              <a:ext uri="{FF2B5EF4-FFF2-40B4-BE49-F238E27FC236}">
                <a16:creationId xmlns:a16="http://schemas.microsoft.com/office/drawing/2014/main" id="{ED5A43AA-AD33-18E2-D951-DF79AB5D53BD}"/>
              </a:ext>
            </a:extLst>
          </p:cNvPr>
          <p:cNvGrpSpPr/>
          <p:nvPr/>
        </p:nvGrpSpPr>
        <p:grpSpPr>
          <a:xfrm>
            <a:off x="1471613" y="3992163"/>
            <a:ext cx="9248775" cy="886058"/>
            <a:chOff x="962025" y="3771900"/>
            <a:chExt cx="6048375" cy="886058"/>
          </a:xfrm>
        </p:grpSpPr>
        <p:grpSp>
          <p:nvGrpSpPr>
            <p:cNvPr id="17" name="Group 2">
              <a:extLst>
                <a:ext uri="{FF2B5EF4-FFF2-40B4-BE49-F238E27FC236}">
                  <a16:creationId xmlns:a16="http://schemas.microsoft.com/office/drawing/2014/main" id="{13548903-451A-C76B-AFF1-F81D00C149DB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22" name="Freeform 3">
                <a:extLst>
                  <a:ext uri="{FF2B5EF4-FFF2-40B4-BE49-F238E27FC236}">
                    <a16:creationId xmlns:a16="http://schemas.microsoft.com/office/drawing/2014/main" id="{0DBA2302-CA15-ED0D-F06F-A9EAC23EECF0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E86EDC1-9B2F-E472-63FE-B0949A7F78CE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D682A5DA-B6C4-FABB-43BC-0F106CED3B3D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21" name="TextBox 6">
                <a:extLst>
                  <a:ext uri="{FF2B5EF4-FFF2-40B4-BE49-F238E27FC236}">
                    <a16:creationId xmlns:a16="http://schemas.microsoft.com/office/drawing/2014/main" id="{42F468B5-E4B4-2F73-D211-B2371C8FE51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19" name="TextBox 24">
              <a:extLst>
                <a:ext uri="{FF2B5EF4-FFF2-40B4-BE49-F238E27FC236}">
                  <a16:creationId xmlns:a16="http://schemas.microsoft.com/office/drawing/2014/main" id="{6C2A7B37-A355-4ECB-D0D0-41AA4A436032}"/>
                </a:ext>
              </a:extLst>
            </p:cNvPr>
            <p:cNvSpPr txBox="1"/>
            <p:nvPr/>
          </p:nvSpPr>
          <p:spPr>
            <a:xfrm>
              <a:off x="1626119" y="4005245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It will help you in your other projects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23" name="Groupe 2">
            <a:extLst>
              <a:ext uri="{FF2B5EF4-FFF2-40B4-BE49-F238E27FC236}">
                <a16:creationId xmlns:a16="http://schemas.microsoft.com/office/drawing/2014/main" id="{608BE368-EB54-0E5A-75D1-BEDD9AB0CC84}"/>
              </a:ext>
            </a:extLst>
          </p:cNvPr>
          <p:cNvGrpSpPr/>
          <p:nvPr/>
        </p:nvGrpSpPr>
        <p:grpSpPr>
          <a:xfrm>
            <a:off x="1471613" y="5340073"/>
            <a:ext cx="9248775" cy="886058"/>
            <a:chOff x="962025" y="3771900"/>
            <a:chExt cx="6048375" cy="886058"/>
          </a:xfrm>
        </p:grpSpPr>
        <p:grpSp>
          <p:nvGrpSpPr>
            <p:cNvPr id="24" name="Group 2">
              <a:extLst>
                <a:ext uri="{FF2B5EF4-FFF2-40B4-BE49-F238E27FC236}">
                  <a16:creationId xmlns:a16="http://schemas.microsoft.com/office/drawing/2014/main" id="{DF97BBF0-BE70-181E-636D-BEFB4F3890F0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29" name="Freeform 3">
                <a:extLst>
                  <a:ext uri="{FF2B5EF4-FFF2-40B4-BE49-F238E27FC236}">
                    <a16:creationId xmlns:a16="http://schemas.microsoft.com/office/drawing/2014/main" id="{E914086C-0AB6-041B-0D8B-45C290A2379C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05DC4DA-29F5-D467-BFCF-8398D29694CF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27" name="Freeform 5">
                <a:extLst>
                  <a:ext uri="{FF2B5EF4-FFF2-40B4-BE49-F238E27FC236}">
                    <a16:creationId xmlns:a16="http://schemas.microsoft.com/office/drawing/2014/main" id="{C35755D9-7FEB-ABC2-81B1-02034A95B63C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28" name="TextBox 6">
                <a:extLst>
                  <a:ext uri="{FF2B5EF4-FFF2-40B4-BE49-F238E27FC236}">
                    <a16:creationId xmlns:a16="http://schemas.microsoft.com/office/drawing/2014/main" id="{22064702-0950-3882-9364-9AFD103A608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26" name="TextBox 24">
              <a:extLst>
                <a:ext uri="{FF2B5EF4-FFF2-40B4-BE49-F238E27FC236}">
                  <a16:creationId xmlns:a16="http://schemas.microsoft.com/office/drawing/2014/main" id="{03B50E2C-03A8-8405-88DA-25EDE9BC3FB4}"/>
                </a:ext>
              </a:extLst>
            </p:cNvPr>
            <p:cNvSpPr txBox="1"/>
            <p:nvPr/>
          </p:nvSpPr>
          <p:spPr>
            <a:xfrm>
              <a:off x="1626119" y="3952735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And it will facilitate your future work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  <p:grpSp>
        <p:nvGrpSpPr>
          <p:cNvPr id="30" name="Groupe 2">
            <a:extLst>
              <a:ext uri="{FF2B5EF4-FFF2-40B4-BE49-F238E27FC236}">
                <a16:creationId xmlns:a16="http://schemas.microsoft.com/office/drawing/2014/main" id="{4695D94B-071F-5876-FCFF-D4C1C169E5E5}"/>
              </a:ext>
            </a:extLst>
          </p:cNvPr>
          <p:cNvGrpSpPr/>
          <p:nvPr/>
        </p:nvGrpSpPr>
        <p:grpSpPr>
          <a:xfrm>
            <a:off x="1479634" y="6544943"/>
            <a:ext cx="9248775" cy="886058"/>
            <a:chOff x="962025" y="3771900"/>
            <a:chExt cx="6048375" cy="886058"/>
          </a:xfrm>
        </p:grpSpPr>
        <p:grpSp>
          <p:nvGrpSpPr>
            <p:cNvPr id="31" name="Group 2">
              <a:extLst>
                <a:ext uri="{FF2B5EF4-FFF2-40B4-BE49-F238E27FC236}">
                  <a16:creationId xmlns:a16="http://schemas.microsoft.com/office/drawing/2014/main" id="{9E7893F5-F09F-8BA7-47DF-8DF19D145557}"/>
                </a:ext>
              </a:extLst>
            </p:cNvPr>
            <p:cNvGrpSpPr/>
            <p:nvPr/>
          </p:nvGrpSpPr>
          <p:grpSpPr>
            <a:xfrm>
              <a:off x="962025" y="3771900"/>
              <a:ext cx="6048375" cy="886058"/>
              <a:chOff x="0" y="0"/>
              <a:chExt cx="3601780" cy="594325"/>
            </a:xfrm>
          </p:grpSpPr>
          <p:sp>
            <p:nvSpPr>
              <p:cNvPr id="36" name="Freeform 3">
                <a:extLst>
                  <a:ext uri="{FF2B5EF4-FFF2-40B4-BE49-F238E27FC236}">
                    <a16:creationId xmlns:a16="http://schemas.microsoft.com/office/drawing/2014/main" id="{DFB42E33-5277-803C-951C-DC3391CECB7E}"/>
                  </a:ext>
                </a:extLst>
              </p:cNvPr>
              <p:cNvSpPr/>
              <p:nvPr/>
            </p:nvSpPr>
            <p:spPr>
              <a:xfrm>
                <a:off x="0" y="0"/>
                <a:ext cx="360178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7BBA82A-5CCE-4B87-A64A-02D1220C7826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34" name="Freeform 5">
                <a:extLst>
                  <a:ext uri="{FF2B5EF4-FFF2-40B4-BE49-F238E27FC236}">
                    <a16:creationId xmlns:a16="http://schemas.microsoft.com/office/drawing/2014/main" id="{0E179DED-5DCA-F1FA-C448-F5B14C4D4618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35" name="TextBox 6">
                <a:extLst>
                  <a:ext uri="{FF2B5EF4-FFF2-40B4-BE49-F238E27FC236}">
                    <a16:creationId xmlns:a16="http://schemas.microsoft.com/office/drawing/2014/main" id="{114AC646-C3F9-4CFF-4F84-0055BB2AF93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33" name="TextBox 24">
              <a:extLst>
                <a:ext uri="{FF2B5EF4-FFF2-40B4-BE49-F238E27FC236}">
                  <a16:creationId xmlns:a16="http://schemas.microsoft.com/office/drawing/2014/main" id="{0F3BBC10-C9E9-9088-05ED-D81749B673EC}"/>
                </a:ext>
              </a:extLst>
            </p:cNvPr>
            <p:cNvSpPr txBox="1"/>
            <p:nvPr/>
          </p:nvSpPr>
          <p:spPr>
            <a:xfrm>
              <a:off x="1626119" y="3967065"/>
              <a:ext cx="5384281" cy="3845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99" noProof="0" dirty="0">
                  <a:solidFill>
                    <a:srgbClr val="013AF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Make sure you understand every notion</a:t>
              </a:r>
              <a:endParaRPr lang="en-US" sz="2499" b="1" noProof="0" dirty="0">
                <a:solidFill>
                  <a:srgbClr val="013AFB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2395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63AB8-8D26-9998-B5E6-ED48294BE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8">
            <a:extLst>
              <a:ext uri="{FF2B5EF4-FFF2-40B4-BE49-F238E27FC236}">
                <a16:creationId xmlns:a16="http://schemas.microsoft.com/office/drawing/2014/main" id="{CF961D63-198B-BA67-9619-AFBB8DAD131C}"/>
              </a:ext>
            </a:extLst>
          </p:cNvPr>
          <p:cNvSpPr txBox="1"/>
          <p:nvPr/>
        </p:nvSpPr>
        <p:spPr>
          <a:xfrm>
            <a:off x="971550" y="1095375"/>
            <a:ext cx="14756180" cy="109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0"/>
              </a:lnSpc>
            </a:pPr>
            <a:r>
              <a:rPr lang="en-US" sz="7500" spc="-75" noProof="0" dirty="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Stuff to dig and watch</a:t>
            </a:r>
            <a:r>
              <a:rPr lang="en-US" sz="8800" spc="-75" noProof="0" dirty="0">
                <a:solidFill>
                  <a:srgbClr val="FF5F3A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en-US" sz="7500" spc="-75" noProof="0" dirty="0">
              <a:solidFill>
                <a:srgbClr val="FF5F3A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9" name="Espace réservé du numéro de diapositive 88">
            <a:extLst>
              <a:ext uri="{FF2B5EF4-FFF2-40B4-BE49-F238E27FC236}">
                <a16:creationId xmlns:a16="http://schemas.microsoft.com/office/drawing/2014/main" id="{BF9FFBB6-D3C5-1F24-8A30-75876B4B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&lt;</a:t>
            </a:r>
            <a:fld id="{B6F15528-21DE-4FAA-801E-634DDDAF4B2B}" type="slidenum">
              <a:rPr lang="en-US" noProof="0" smtClean="0"/>
              <a:pPr/>
              <a:t>11</a:t>
            </a:fld>
            <a:r>
              <a:rPr lang="en-US" noProof="0" dirty="0"/>
              <a:t>&gt;</a:t>
            </a:r>
          </a:p>
        </p:txBody>
      </p:sp>
      <p:pic>
        <p:nvPicPr>
          <p:cNvPr id="2" name="Picture 1" descr="A popcorn and soda next to a television&#10;&#10;Description automatically generated">
            <a:extLst>
              <a:ext uri="{FF2B5EF4-FFF2-40B4-BE49-F238E27FC236}">
                <a16:creationId xmlns:a16="http://schemas.microsoft.com/office/drawing/2014/main" id="{B81C78BE-8EC5-F873-DCCC-7434FC7BD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5715" y="952500"/>
            <a:ext cx="3800170" cy="3800170"/>
          </a:xfrm>
          <a:prstGeom prst="rect">
            <a:avLst/>
          </a:prstGeom>
        </p:spPr>
      </p:pic>
      <p:grpSp>
        <p:nvGrpSpPr>
          <p:cNvPr id="3" name="Groupe 29">
            <a:extLst>
              <a:ext uri="{FF2B5EF4-FFF2-40B4-BE49-F238E27FC236}">
                <a16:creationId xmlns:a16="http://schemas.microsoft.com/office/drawing/2014/main" id="{5A8592D4-13DD-4062-A508-5F4E5B8605DC}"/>
              </a:ext>
            </a:extLst>
          </p:cNvPr>
          <p:cNvGrpSpPr/>
          <p:nvPr/>
        </p:nvGrpSpPr>
        <p:grpSpPr>
          <a:xfrm>
            <a:off x="958417" y="4713284"/>
            <a:ext cx="6962775" cy="886058"/>
            <a:chOff x="962023" y="3771900"/>
            <a:chExt cx="6962775" cy="88605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0F84742-295F-FA9E-A326-279C19C38C2F}"/>
                </a:ext>
              </a:extLst>
            </p:cNvPr>
            <p:cNvGrpSpPr/>
            <p:nvPr/>
          </p:nvGrpSpPr>
          <p:grpSpPr>
            <a:xfrm>
              <a:off x="962023" y="3771900"/>
              <a:ext cx="6962775" cy="886058"/>
              <a:chOff x="-1" y="0"/>
              <a:chExt cx="4146301" cy="594325"/>
            </a:xfrm>
          </p:grpSpPr>
          <p:sp>
            <p:nvSpPr>
              <p:cNvPr id="9" name="Freeform 3">
                <a:extLst>
                  <a:ext uri="{FF2B5EF4-FFF2-40B4-BE49-F238E27FC236}">
                    <a16:creationId xmlns:a16="http://schemas.microsoft.com/office/drawing/2014/main" id="{00141032-C0E1-B92E-5DF0-48B2BA41F83E}"/>
                  </a:ext>
                </a:extLst>
              </p:cNvPr>
              <p:cNvSpPr/>
              <p:nvPr/>
            </p:nvSpPr>
            <p:spPr>
              <a:xfrm>
                <a:off x="-1" y="0"/>
                <a:ext cx="4146301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7B2F0CC-8EE5-F75A-4696-9A1D2E01B3E1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7" name="Freeform 5">
                <a:extLst>
                  <a:ext uri="{FF2B5EF4-FFF2-40B4-BE49-F238E27FC236}">
                    <a16:creationId xmlns:a16="http://schemas.microsoft.com/office/drawing/2014/main" id="{40CDFE30-051A-9338-302F-18709C06833B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8" name="TextBox 6">
                <a:extLst>
                  <a:ext uri="{FF2B5EF4-FFF2-40B4-BE49-F238E27FC236}">
                    <a16:creationId xmlns:a16="http://schemas.microsoft.com/office/drawing/2014/main" id="{958F3B07-BC32-1B86-1B60-75906FF94D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6" name="TextBox 24">
              <a:extLst>
                <a:ext uri="{FF2B5EF4-FFF2-40B4-BE49-F238E27FC236}">
                  <a16:creationId xmlns:a16="http://schemas.microsoft.com/office/drawing/2014/main" id="{88A3F9A0-F919-CE24-0E9C-A850E93F89EE}"/>
                </a:ext>
              </a:extLst>
            </p:cNvPr>
            <p:cNvSpPr txBox="1"/>
            <p:nvPr/>
          </p:nvSpPr>
          <p:spPr>
            <a:xfrm>
              <a:off x="1626119" y="4016548"/>
              <a:ext cx="5384281" cy="4308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800" dirty="0">
                  <a:solidFill>
                    <a:srgbClr val="FF5F3A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DevOps in 5 minutes</a:t>
              </a:r>
              <a:endParaRPr lang="en-US" sz="2800" dirty="0">
                <a:solidFill>
                  <a:srgbClr val="FF5F3A"/>
                </a:solidFill>
              </a:endParaRPr>
            </a:p>
          </p:txBody>
        </p:sp>
      </p:grpSp>
      <p:grpSp>
        <p:nvGrpSpPr>
          <p:cNvPr id="10" name="Groupe 31">
            <a:extLst>
              <a:ext uri="{FF2B5EF4-FFF2-40B4-BE49-F238E27FC236}">
                <a16:creationId xmlns:a16="http://schemas.microsoft.com/office/drawing/2014/main" id="{E508ADEF-8110-2C0E-68AF-7B940E25DCAB}"/>
              </a:ext>
            </a:extLst>
          </p:cNvPr>
          <p:cNvGrpSpPr/>
          <p:nvPr/>
        </p:nvGrpSpPr>
        <p:grpSpPr>
          <a:xfrm>
            <a:off x="977948" y="7505700"/>
            <a:ext cx="6943244" cy="887786"/>
            <a:chOff x="962025" y="6977560"/>
            <a:chExt cx="6943244" cy="887786"/>
          </a:xfrm>
        </p:grpSpPr>
        <p:grpSp>
          <p:nvGrpSpPr>
            <p:cNvPr id="11" name="Group 12">
              <a:extLst>
                <a:ext uri="{FF2B5EF4-FFF2-40B4-BE49-F238E27FC236}">
                  <a16:creationId xmlns:a16="http://schemas.microsoft.com/office/drawing/2014/main" id="{8C075458-E735-2A44-35B3-C0AE212B2E45}"/>
                </a:ext>
              </a:extLst>
            </p:cNvPr>
            <p:cNvGrpSpPr/>
            <p:nvPr/>
          </p:nvGrpSpPr>
          <p:grpSpPr>
            <a:xfrm>
              <a:off x="962025" y="6979288"/>
              <a:ext cx="6943244" cy="886058"/>
              <a:chOff x="0" y="0"/>
              <a:chExt cx="4134670" cy="594325"/>
            </a:xfrm>
          </p:grpSpPr>
          <p:sp>
            <p:nvSpPr>
              <p:cNvPr id="17" name="Freeform 13">
                <a:extLst>
                  <a:ext uri="{FF2B5EF4-FFF2-40B4-BE49-F238E27FC236}">
                    <a16:creationId xmlns:a16="http://schemas.microsoft.com/office/drawing/2014/main" id="{87C5EB8E-B0A2-0AC8-8B4D-F6AEF95BCD80}"/>
                  </a:ext>
                </a:extLst>
              </p:cNvPr>
              <p:cNvSpPr/>
              <p:nvPr/>
            </p:nvSpPr>
            <p:spPr>
              <a:xfrm>
                <a:off x="0" y="0"/>
                <a:ext cx="413467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12" name="Group 14">
              <a:extLst>
                <a:ext uri="{FF2B5EF4-FFF2-40B4-BE49-F238E27FC236}">
                  <a16:creationId xmlns:a16="http://schemas.microsoft.com/office/drawing/2014/main" id="{7B5E7CDE-5A48-1E75-E422-22C45B14755F}"/>
                </a:ext>
              </a:extLst>
            </p:cNvPr>
            <p:cNvGrpSpPr/>
            <p:nvPr/>
          </p:nvGrpSpPr>
          <p:grpSpPr>
            <a:xfrm>
              <a:off x="962025" y="6979288"/>
              <a:ext cx="484426" cy="886058"/>
              <a:chOff x="0" y="0"/>
              <a:chExt cx="169700" cy="349622"/>
            </a:xfrm>
          </p:grpSpPr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1828DC0C-5FB9-E78D-0F70-7D13BE218DAE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16" name="TextBox 16">
                <a:extLst>
                  <a:ext uri="{FF2B5EF4-FFF2-40B4-BE49-F238E27FC236}">
                    <a16:creationId xmlns:a16="http://schemas.microsoft.com/office/drawing/2014/main" id="{2A57D8F8-626B-0446-AA27-EDF3755B657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13" name="TextBox 25">
              <a:extLst>
                <a:ext uri="{FF2B5EF4-FFF2-40B4-BE49-F238E27FC236}">
                  <a16:creationId xmlns:a16="http://schemas.microsoft.com/office/drawing/2014/main" id="{A1B7C226-0EF1-D885-59A9-6E3A3F07E80E}"/>
                </a:ext>
              </a:extLst>
            </p:cNvPr>
            <p:cNvSpPr txBox="1"/>
            <p:nvPr/>
          </p:nvSpPr>
          <p:spPr>
            <a:xfrm>
              <a:off x="1611808" y="6977560"/>
              <a:ext cx="6144669" cy="8617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800" dirty="0">
                  <a:solidFill>
                    <a:srgbClr val="FF5F3A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AAA Automated testing…for AAA games</a:t>
              </a:r>
              <a:r>
                <a:rPr lang="en-US" sz="2800" dirty="0">
                  <a:solidFill>
                    <a:srgbClr val="013AFB"/>
                  </a:solidFill>
                </a:rPr>
                <a:t>, by a Games developer advocate at Google</a:t>
              </a:r>
            </a:p>
          </p:txBody>
        </p:sp>
      </p:grpSp>
      <p:grpSp>
        <p:nvGrpSpPr>
          <p:cNvPr id="18" name="Groupe 32">
            <a:extLst>
              <a:ext uri="{FF2B5EF4-FFF2-40B4-BE49-F238E27FC236}">
                <a16:creationId xmlns:a16="http://schemas.microsoft.com/office/drawing/2014/main" id="{57D79839-562D-1DAB-357E-59CECF1833E0}"/>
              </a:ext>
            </a:extLst>
          </p:cNvPr>
          <p:cNvGrpSpPr/>
          <p:nvPr/>
        </p:nvGrpSpPr>
        <p:grpSpPr>
          <a:xfrm>
            <a:off x="977948" y="8904500"/>
            <a:ext cx="6943243" cy="887200"/>
            <a:chOff x="962025" y="8582983"/>
            <a:chExt cx="6943243" cy="887200"/>
          </a:xfrm>
        </p:grpSpPr>
        <p:grpSp>
          <p:nvGrpSpPr>
            <p:cNvPr id="19" name="Group 17">
              <a:extLst>
                <a:ext uri="{FF2B5EF4-FFF2-40B4-BE49-F238E27FC236}">
                  <a16:creationId xmlns:a16="http://schemas.microsoft.com/office/drawing/2014/main" id="{895ADB20-F3CC-E692-0608-778879E7E629}"/>
                </a:ext>
              </a:extLst>
            </p:cNvPr>
            <p:cNvGrpSpPr/>
            <p:nvPr/>
          </p:nvGrpSpPr>
          <p:grpSpPr>
            <a:xfrm>
              <a:off x="962025" y="8582983"/>
              <a:ext cx="6943243" cy="886058"/>
              <a:chOff x="0" y="0"/>
              <a:chExt cx="4134670" cy="594325"/>
            </a:xfrm>
          </p:grpSpPr>
          <p:sp>
            <p:nvSpPr>
              <p:cNvPr id="24" name="Freeform 18">
                <a:extLst>
                  <a:ext uri="{FF2B5EF4-FFF2-40B4-BE49-F238E27FC236}">
                    <a16:creationId xmlns:a16="http://schemas.microsoft.com/office/drawing/2014/main" id="{DD7477D1-EFEA-96BF-E52F-3737CAB88BCD}"/>
                  </a:ext>
                </a:extLst>
              </p:cNvPr>
              <p:cNvSpPr/>
              <p:nvPr/>
            </p:nvSpPr>
            <p:spPr>
              <a:xfrm>
                <a:off x="0" y="0"/>
                <a:ext cx="413467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A8AFC02-B4E7-E705-2937-62B7925B0987}"/>
                </a:ext>
              </a:extLst>
            </p:cNvPr>
            <p:cNvGrpSpPr/>
            <p:nvPr/>
          </p:nvGrpSpPr>
          <p:grpSpPr>
            <a:xfrm>
              <a:off x="962025" y="8582983"/>
              <a:ext cx="484426" cy="886058"/>
              <a:chOff x="0" y="0"/>
              <a:chExt cx="169700" cy="349622"/>
            </a:xfrm>
          </p:grpSpPr>
          <p:sp>
            <p:nvSpPr>
              <p:cNvPr id="22" name="Freeform 20">
                <a:extLst>
                  <a:ext uri="{FF2B5EF4-FFF2-40B4-BE49-F238E27FC236}">
                    <a16:creationId xmlns:a16="http://schemas.microsoft.com/office/drawing/2014/main" id="{82424CC4-1F4D-B4A3-F12F-35ED8BB41864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23" name="TextBox 21">
                <a:extLst>
                  <a:ext uri="{FF2B5EF4-FFF2-40B4-BE49-F238E27FC236}">
                    <a16:creationId xmlns:a16="http://schemas.microsoft.com/office/drawing/2014/main" id="{9E1BC70B-42DC-D8D0-D125-AB2E3E7A29D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21" name="TextBox 26">
              <a:extLst>
                <a:ext uri="{FF2B5EF4-FFF2-40B4-BE49-F238E27FC236}">
                  <a16:creationId xmlns:a16="http://schemas.microsoft.com/office/drawing/2014/main" id="{6EF3B579-A26B-7EAD-DBF3-BF2919134E51}"/>
                </a:ext>
              </a:extLst>
            </p:cNvPr>
            <p:cNvSpPr txBox="1"/>
            <p:nvPr/>
          </p:nvSpPr>
          <p:spPr>
            <a:xfrm>
              <a:off x="1606589" y="8608409"/>
              <a:ext cx="5921288" cy="8617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800" dirty="0">
                  <a:solidFill>
                    <a:srgbClr val="FF5F3A"/>
                  </a:solidFill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Game development with Dori </a:t>
              </a:r>
              <a:r>
                <a:rPr lang="en-US" sz="2800" dirty="0" err="1">
                  <a:solidFill>
                    <a:srgbClr val="FF5F3A"/>
                  </a:solidFill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Exterman</a:t>
              </a:r>
              <a:r>
                <a:rPr lang="en-US" sz="2800" dirty="0">
                  <a:solidFill>
                    <a:srgbClr val="013AFB"/>
                  </a:solidFill>
                </a:rPr>
                <a:t>, CTO at </a:t>
              </a:r>
              <a:r>
                <a:rPr lang="en-US" sz="2800" dirty="0" err="1">
                  <a:solidFill>
                    <a:srgbClr val="013AFB"/>
                  </a:solidFill>
                </a:rPr>
                <a:t>IncrediBuild</a:t>
              </a:r>
              <a:endParaRPr lang="en-US" sz="2800" dirty="0">
                <a:solidFill>
                  <a:srgbClr val="013AFB"/>
                </a:solidFill>
              </a:endParaRPr>
            </a:p>
          </p:txBody>
        </p:sp>
      </p:grpSp>
      <p:grpSp>
        <p:nvGrpSpPr>
          <p:cNvPr id="25" name="Groupe 30">
            <a:extLst>
              <a:ext uri="{FF2B5EF4-FFF2-40B4-BE49-F238E27FC236}">
                <a16:creationId xmlns:a16="http://schemas.microsoft.com/office/drawing/2014/main" id="{DD8B90E2-3244-EE3D-26EC-72741152DE8E}"/>
              </a:ext>
            </a:extLst>
          </p:cNvPr>
          <p:cNvGrpSpPr/>
          <p:nvPr/>
        </p:nvGrpSpPr>
        <p:grpSpPr>
          <a:xfrm>
            <a:off x="977948" y="6110356"/>
            <a:ext cx="6943244" cy="886058"/>
            <a:chOff x="962025" y="5375594"/>
            <a:chExt cx="6943244" cy="886058"/>
          </a:xfrm>
        </p:grpSpPr>
        <p:grpSp>
          <p:nvGrpSpPr>
            <p:cNvPr id="26" name="Group 7">
              <a:extLst>
                <a:ext uri="{FF2B5EF4-FFF2-40B4-BE49-F238E27FC236}">
                  <a16:creationId xmlns:a16="http://schemas.microsoft.com/office/drawing/2014/main" id="{677BF6DF-5183-16C6-D27D-43B34E09FFA4}"/>
                </a:ext>
              </a:extLst>
            </p:cNvPr>
            <p:cNvGrpSpPr/>
            <p:nvPr/>
          </p:nvGrpSpPr>
          <p:grpSpPr>
            <a:xfrm>
              <a:off x="962025" y="5375594"/>
              <a:ext cx="6943244" cy="886058"/>
              <a:chOff x="0" y="0"/>
              <a:chExt cx="4134670" cy="594325"/>
            </a:xfrm>
          </p:grpSpPr>
          <p:sp>
            <p:nvSpPr>
              <p:cNvPr id="31" name="Freeform 8">
                <a:extLst>
                  <a:ext uri="{FF2B5EF4-FFF2-40B4-BE49-F238E27FC236}">
                    <a16:creationId xmlns:a16="http://schemas.microsoft.com/office/drawing/2014/main" id="{989B54BE-46E2-0E23-4272-62882CEF2C29}"/>
                  </a:ext>
                </a:extLst>
              </p:cNvPr>
              <p:cNvSpPr/>
              <p:nvPr/>
            </p:nvSpPr>
            <p:spPr>
              <a:xfrm>
                <a:off x="0" y="0"/>
                <a:ext cx="413467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27" name="Group 9">
              <a:extLst>
                <a:ext uri="{FF2B5EF4-FFF2-40B4-BE49-F238E27FC236}">
                  <a16:creationId xmlns:a16="http://schemas.microsoft.com/office/drawing/2014/main" id="{31A6F981-51E0-205E-3D0A-E11DBE1BEE58}"/>
                </a:ext>
              </a:extLst>
            </p:cNvPr>
            <p:cNvGrpSpPr/>
            <p:nvPr/>
          </p:nvGrpSpPr>
          <p:grpSpPr>
            <a:xfrm>
              <a:off x="962025" y="5375594"/>
              <a:ext cx="484426" cy="886058"/>
              <a:chOff x="0" y="0"/>
              <a:chExt cx="169700" cy="349622"/>
            </a:xfrm>
          </p:grpSpPr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45E3929C-193B-33F3-B70B-B947D334BCE8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30" name="TextBox 11">
                <a:extLst>
                  <a:ext uri="{FF2B5EF4-FFF2-40B4-BE49-F238E27FC236}">
                    <a16:creationId xmlns:a16="http://schemas.microsoft.com/office/drawing/2014/main" id="{F5146D92-A858-1950-DAE2-1684427172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D13065B-2BEF-5A12-89EA-6666E8EFF973}"/>
                </a:ext>
              </a:extLst>
            </p:cNvPr>
            <p:cNvSpPr txBox="1"/>
            <p:nvPr/>
          </p:nvSpPr>
          <p:spPr>
            <a:xfrm>
              <a:off x="1626118" y="5399338"/>
              <a:ext cx="5821954" cy="8207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249"/>
                </a:lnSpc>
                <a:spcBef>
                  <a:spcPct val="0"/>
                </a:spcBef>
              </a:pPr>
              <a:r>
                <a:rPr lang="en-GB" sz="2800" dirty="0">
                  <a:solidFill>
                    <a:srgbClr val="FF5F3A"/>
                  </a:solidFill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The ING Bank improved its time to market from 13 weeks to less than 1</a:t>
              </a:r>
              <a:endParaRPr lang="en-GB" sz="2800" dirty="0">
                <a:solidFill>
                  <a:srgbClr val="FF5F3A"/>
                </a:solidFill>
              </a:endParaRPr>
            </a:p>
          </p:txBody>
        </p:sp>
      </p:grpSp>
      <p:grpSp>
        <p:nvGrpSpPr>
          <p:cNvPr id="32" name="Groupe 34">
            <a:extLst>
              <a:ext uri="{FF2B5EF4-FFF2-40B4-BE49-F238E27FC236}">
                <a16:creationId xmlns:a16="http://schemas.microsoft.com/office/drawing/2014/main" id="{77D32EE7-E849-393F-96E8-F02A6D46C4AE}"/>
              </a:ext>
            </a:extLst>
          </p:cNvPr>
          <p:cNvGrpSpPr/>
          <p:nvPr/>
        </p:nvGrpSpPr>
        <p:grpSpPr>
          <a:xfrm>
            <a:off x="962025" y="3314700"/>
            <a:ext cx="6962776" cy="886058"/>
            <a:chOff x="962025" y="3771900"/>
            <a:chExt cx="6962776" cy="886058"/>
          </a:xfrm>
        </p:grpSpPr>
        <p:grpSp>
          <p:nvGrpSpPr>
            <p:cNvPr id="33" name="Group 2">
              <a:extLst>
                <a:ext uri="{FF2B5EF4-FFF2-40B4-BE49-F238E27FC236}">
                  <a16:creationId xmlns:a16="http://schemas.microsoft.com/office/drawing/2014/main" id="{FBE0E59A-C3D4-AAFB-186B-50573A5EF637}"/>
                </a:ext>
              </a:extLst>
            </p:cNvPr>
            <p:cNvGrpSpPr/>
            <p:nvPr/>
          </p:nvGrpSpPr>
          <p:grpSpPr>
            <a:xfrm>
              <a:off x="962025" y="3771900"/>
              <a:ext cx="6962776" cy="886058"/>
              <a:chOff x="0" y="0"/>
              <a:chExt cx="4146302" cy="594325"/>
            </a:xfrm>
          </p:grpSpPr>
          <p:sp>
            <p:nvSpPr>
              <p:cNvPr id="39" name="Freeform 3">
                <a:extLst>
                  <a:ext uri="{FF2B5EF4-FFF2-40B4-BE49-F238E27FC236}">
                    <a16:creationId xmlns:a16="http://schemas.microsoft.com/office/drawing/2014/main" id="{D6D3EF04-58FF-871B-C940-E7F399CB58F4}"/>
                  </a:ext>
                </a:extLst>
              </p:cNvPr>
              <p:cNvSpPr/>
              <p:nvPr/>
            </p:nvSpPr>
            <p:spPr>
              <a:xfrm>
                <a:off x="0" y="0"/>
                <a:ext cx="4146302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34" name="Group 4">
              <a:extLst>
                <a:ext uri="{FF2B5EF4-FFF2-40B4-BE49-F238E27FC236}">
                  <a16:creationId xmlns:a16="http://schemas.microsoft.com/office/drawing/2014/main" id="{73811A08-F218-A566-9488-05B6714E203E}"/>
                </a:ext>
              </a:extLst>
            </p:cNvPr>
            <p:cNvGrpSpPr/>
            <p:nvPr/>
          </p:nvGrpSpPr>
          <p:grpSpPr>
            <a:xfrm>
              <a:off x="962025" y="3771900"/>
              <a:ext cx="484426" cy="886058"/>
              <a:chOff x="0" y="0"/>
              <a:chExt cx="169700" cy="349622"/>
            </a:xfrm>
          </p:grpSpPr>
          <p:sp>
            <p:nvSpPr>
              <p:cNvPr id="36" name="Freeform 5">
                <a:extLst>
                  <a:ext uri="{FF2B5EF4-FFF2-40B4-BE49-F238E27FC236}">
                    <a16:creationId xmlns:a16="http://schemas.microsoft.com/office/drawing/2014/main" id="{FD790B29-5E02-3F71-0C71-27978104C3AF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37" name="TextBox 6">
                <a:extLst>
                  <a:ext uri="{FF2B5EF4-FFF2-40B4-BE49-F238E27FC236}">
                    <a16:creationId xmlns:a16="http://schemas.microsoft.com/office/drawing/2014/main" id="{32A0BBE0-A6C6-6066-0287-3B8B2DA1EA7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35" name="TextBox 24">
              <a:extLst>
                <a:ext uri="{FF2B5EF4-FFF2-40B4-BE49-F238E27FC236}">
                  <a16:creationId xmlns:a16="http://schemas.microsoft.com/office/drawing/2014/main" id="{E9EE2D8F-DEA5-E33D-DF2A-575126FB6EEC}"/>
                </a:ext>
              </a:extLst>
            </p:cNvPr>
            <p:cNvSpPr txBox="1"/>
            <p:nvPr/>
          </p:nvSpPr>
          <p:spPr>
            <a:xfrm>
              <a:off x="1626119" y="4016548"/>
              <a:ext cx="5384281" cy="410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249"/>
                </a:lnSpc>
                <a:spcBef>
                  <a:spcPct val="0"/>
                </a:spcBef>
              </a:pPr>
              <a:r>
                <a:rPr lang="en-US" sz="2800" dirty="0">
                  <a:solidFill>
                    <a:srgbClr val="FF5F3A"/>
                  </a:solidFill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The twelve-factor app</a:t>
              </a:r>
              <a:endParaRPr lang="en-US" sz="2800" dirty="0">
                <a:solidFill>
                  <a:srgbClr val="FF5F3A"/>
                </a:solidFill>
              </a:endParaRPr>
            </a:p>
          </p:txBody>
        </p:sp>
      </p:grpSp>
      <p:grpSp>
        <p:nvGrpSpPr>
          <p:cNvPr id="40" name="Groupe 31">
            <a:extLst>
              <a:ext uri="{FF2B5EF4-FFF2-40B4-BE49-F238E27FC236}">
                <a16:creationId xmlns:a16="http://schemas.microsoft.com/office/drawing/2014/main" id="{35A0484C-6C24-AA31-D867-41C6279EBECB}"/>
              </a:ext>
            </a:extLst>
          </p:cNvPr>
          <p:cNvGrpSpPr/>
          <p:nvPr/>
        </p:nvGrpSpPr>
        <p:grpSpPr>
          <a:xfrm>
            <a:off x="9296400" y="6131257"/>
            <a:ext cx="6943244" cy="887786"/>
            <a:chOff x="962025" y="6977560"/>
            <a:chExt cx="6943244" cy="887786"/>
          </a:xfrm>
        </p:grpSpPr>
        <p:grpSp>
          <p:nvGrpSpPr>
            <p:cNvPr id="41" name="Group 12">
              <a:extLst>
                <a:ext uri="{FF2B5EF4-FFF2-40B4-BE49-F238E27FC236}">
                  <a16:creationId xmlns:a16="http://schemas.microsoft.com/office/drawing/2014/main" id="{F0C59BC8-1EB2-9820-4E0C-91A6D4C8AF45}"/>
                </a:ext>
              </a:extLst>
            </p:cNvPr>
            <p:cNvGrpSpPr/>
            <p:nvPr/>
          </p:nvGrpSpPr>
          <p:grpSpPr>
            <a:xfrm>
              <a:off x="962025" y="6979288"/>
              <a:ext cx="6943244" cy="886058"/>
              <a:chOff x="0" y="0"/>
              <a:chExt cx="4134670" cy="594325"/>
            </a:xfrm>
          </p:grpSpPr>
          <p:sp>
            <p:nvSpPr>
              <p:cNvPr id="46" name="Freeform 13">
                <a:extLst>
                  <a:ext uri="{FF2B5EF4-FFF2-40B4-BE49-F238E27FC236}">
                    <a16:creationId xmlns:a16="http://schemas.microsoft.com/office/drawing/2014/main" id="{27E2904C-9F86-2FE1-3EEE-9491EA174079}"/>
                  </a:ext>
                </a:extLst>
              </p:cNvPr>
              <p:cNvSpPr/>
              <p:nvPr/>
            </p:nvSpPr>
            <p:spPr>
              <a:xfrm>
                <a:off x="0" y="0"/>
                <a:ext cx="413467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42" name="Group 14">
              <a:extLst>
                <a:ext uri="{FF2B5EF4-FFF2-40B4-BE49-F238E27FC236}">
                  <a16:creationId xmlns:a16="http://schemas.microsoft.com/office/drawing/2014/main" id="{0F281CB7-A357-6931-53C2-6BFED2F77723}"/>
                </a:ext>
              </a:extLst>
            </p:cNvPr>
            <p:cNvGrpSpPr/>
            <p:nvPr/>
          </p:nvGrpSpPr>
          <p:grpSpPr>
            <a:xfrm>
              <a:off x="962025" y="6979288"/>
              <a:ext cx="484426" cy="886058"/>
              <a:chOff x="0" y="0"/>
              <a:chExt cx="169700" cy="349622"/>
            </a:xfrm>
          </p:grpSpPr>
          <p:sp>
            <p:nvSpPr>
              <p:cNvPr id="44" name="Freeform 15">
                <a:extLst>
                  <a:ext uri="{FF2B5EF4-FFF2-40B4-BE49-F238E27FC236}">
                    <a16:creationId xmlns:a16="http://schemas.microsoft.com/office/drawing/2014/main" id="{A7FA7363-F3C7-4234-B3AA-847FFE2238A0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45" name="TextBox 16">
                <a:extLst>
                  <a:ext uri="{FF2B5EF4-FFF2-40B4-BE49-F238E27FC236}">
                    <a16:creationId xmlns:a16="http://schemas.microsoft.com/office/drawing/2014/main" id="{F80B4586-BE75-7141-578B-D87955C5324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43" name="TextBox 25">
              <a:extLst>
                <a:ext uri="{FF2B5EF4-FFF2-40B4-BE49-F238E27FC236}">
                  <a16:creationId xmlns:a16="http://schemas.microsoft.com/office/drawing/2014/main" id="{DC9E6599-F899-A2B3-E405-D1CDB80C3B8C}"/>
                </a:ext>
              </a:extLst>
            </p:cNvPr>
            <p:cNvSpPr txBox="1"/>
            <p:nvPr/>
          </p:nvSpPr>
          <p:spPr>
            <a:xfrm>
              <a:off x="1611808" y="6977560"/>
              <a:ext cx="6144669" cy="8617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800" dirty="0">
                  <a:solidFill>
                    <a:srgbClr val="FF5F3A"/>
                  </a:solidFill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The Secrets to Agility at Tesla</a:t>
              </a:r>
              <a:r>
                <a:rPr lang="en-US" sz="2800" dirty="0">
                  <a:solidFill>
                    <a:srgbClr val="013AFB"/>
                  </a:solidFill>
                </a:rPr>
                <a:t>, Elon's Master Plan to Infinity</a:t>
              </a:r>
            </a:p>
          </p:txBody>
        </p:sp>
      </p:grpSp>
      <p:grpSp>
        <p:nvGrpSpPr>
          <p:cNvPr id="47" name="Groupe 32">
            <a:extLst>
              <a:ext uri="{FF2B5EF4-FFF2-40B4-BE49-F238E27FC236}">
                <a16:creationId xmlns:a16="http://schemas.microsoft.com/office/drawing/2014/main" id="{5A8940AA-8659-B19A-C07F-8F2A561CD098}"/>
              </a:ext>
            </a:extLst>
          </p:cNvPr>
          <p:cNvGrpSpPr/>
          <p:nvPr/>
        </p:nvGrpSpPr>
        <p:grpSpPr>
          <a:xfrm>
            <a:off x="9296400" y="7530057"/>
            <a:ext cx="6943243" cy="887200"/>
            <a:chOff x="962025" y="8582983"/>
            <a:chExt cx="6943243" cy="887200"/>
          </a:xfrm>
        </p:grpSpPr>
        <p:grpSp>
          <p:nvGrpSpPr>
            <p:cNvPr id="48" name="Group 17">
              <a:extLst>
                <a:ext uri="{FF2B5EF4-FFF2-40B4-BE49-F238E27FC236}">
                  <a16:creationId xmlns:a16="http://schemas.microsoft.com/office/drawing/2014/main" id="{7AADB8F0-5033-6021-D6BC-9ECE057810DB}"/>
                </a:ext>
              </a:extLst>
            </p:cNvPr>
            <p:cNvGrpSpPr/>
            <p:nvPr/>
          </p:nvGrpSpPr>
          <p:grpSpPr>
            <a:xfrm>
              <a:off x="962025" y="8582983"/>
              <a:ext cx="6943243" cy="886058"/>
              <a:chOff x="0" y="0"/>
              <a:chExt cx="4134670" cy="594325"/>
            </a:xfrm>
          </p:grpSpPr>
          <p:sp>
            <p:nvSpPr>
              <p:cNvPr id="53" name="Freeform 18">
                <a:extLst>
                  <a:ext uri="{FF2B5EF4-FFF2-40B4-BE49-F238E27FC236}">
                    <a16:creationId xmlns:a16="http://schemas.microsoft.com/office/drawing/2014/main" id="{282454DE-D0C5-E16A-40FD-83C1FB1A4037}"/>
                  </a:ext>
                </a:extLst>
              </p:cNvPr>
              <p:cNvSpPr/>
              <p:nvPr/>
            </p:nvSpPr>
            <p:spPr>
              <a:xfrm>
                <a:off x="0" y="0"/>
                <a:ext cx="4134670" cy="594325"/>
              </a:xfrm>
              <a:custGeom>
                <a:avLst/>
                <a:gdLst/>
                <a:ahLst/>
                <a:cxnLst/>
                <a:rect l="l" t="t" r="r" b="b"/>
                <a:pathLst>
                  <a:path w="3601780" h="594325">
                    <a:moveTo>
                      <a:pt x="0" y="0"/>
                    </a:moveTo>
                    <a:lnTo>
                      <a:pt x="3601780" y="0"/>
                    </a:lnTo>
                    <a:lnTo>
                      <a:pt x="3601780" y="594325"/>
                    </a:lnTo>
                    <a:lnTo>
                      <a:pt x="0" y="594325"/>
                    </a:lnTo>
                    <a:close/>
                  </a:path>
                </a:pathLst>
              </a:custGeom>
              <a:solidFill>
                <a:srgbClr val="013AFB">
                  <a:alpha val="9804"/>
                </a:srgbClr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13D5147-ACC1-62A4-9F65-834C87CCAB91}"/>
                </a:ext>
              </a:extLst>
            </p:cNvPr>
            <p:cNvGrpSpPr/>
            <p:nvPr/>
          </p:nvGrpSpPr>
          <p:grpSpPr>
            <a:xfrm>
              <a:off x="962025" y="8582983"/>
              <a:ext cx="484426" cy="886058"/>
              <a:chOff x="0" y="0"/>
              <a:chExt cx="169700" cy="349622"/>
            </a:xfrm>
          </p:grpSpPr>
          <p:sp>
            <p:nvSpPr>
              <p:cNvPr id="51" name="Freeform 20">
                <a:extLst>
                  <a:ext uri="{FF2B5EF4-FFF2-40B4-BE49-F238E27FC236}">
                    <a16:creationId xmlns:a16="http://schemas.microsoft.com/office/drawing/2014/main" id="{A2378696-CCDD-4C24-B1F9-0FDF91777AB4}"/>
                  </a:ext>
                </a:extLst>
              </p:cNvPr>
              <p:cNvSpPr/>
              <p:nvPr/>
            </p:nvSpPr>
            <p:spPr>
              <a:xfrm>
                <a:off x="0" y="0"/>
                <a:ext cx="169700" cy="349622"/>
              </a:xfrm>
              <a:custGeom>
                <a:avLst/>
                <a:gdLst/>
                <a:ahLst/>
                <a:cxnLst/>
                <a:rect l="l" t="t" r="r" b="b"/>
                <a:pathLst>
                  <a:path w="169700" h="349622">
                    <a:moveTo>
                      <a:pt x="0" y="0"/>
                    </a:moveTo>
                    <a:lnTo>
                      <a:pt x="169700" y="0"/>
                    </a:lnTo>
                    <a:lnTo>
                      <a:pt x="169700" y="349622"/>
                    </a:lnTo>
                    <a:lnTo>
                      <a:pt x="0" y="349622"/>
                    </a:lnTo>
                    <a:close/>
                  </a:path>
                </a:pathLst>
              </a:custGeom>
              <a:solidFill>
                <a:srgbClr val="013AFB"/>
              </a:solidFill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52" name="TextBox 21">
                <a:extLst>
                  <a:ext uri="{FF2B5EF4-FFF2-40B4-BE49-F238E27FC236}">
                    <a16:creationId xmlns:a16="http://schemas.microsoft.com/office/drawing/2014/main" id="{64FA168F-6456-B5B9-1D21-393D939256B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9700" cy="3877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99"/>
                  </a:lnSpc>
                </a:pPr>
                <a:endParaRPr lang="en-US" noProof="0" dirty="0"/>
              </a:p>
            </p:txBody>
          </p:sp>
        </p:grpSp>
        <p:sp>
          <p:nvSpPr>
            <p:cNvPr id="50" name="TextBox 26">
              <a:extLst>
                <a:ext uri="{FF2B5EF4-FFF2-40B4-BE49-F238E27FC236}">
                  <a16:creationId xmlns:a16="http://schemas.microsoft.com/office/drawing/2014/main" id="{51F5B193-664A-D98E-EBD5-D3258A19BDED}"/>
                </a:ext>
              </a:extLst>
            </p:cNvPr>
            <p:cNvSpPr txBox="1"/>
            <p:nvPr/>
          </p:nvSpPr>
          <p:spPr>
            <a:xfrm>
              <a:off x="1606588" y="8608409"/>
              <a:ext cx="6298679" cy="8617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800" dirty="0">
                  <a:solidFill>
                    <a:srgbClr val="FF5F3A"/>
                  </a:solidFill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How software lifecycle integration and DevOps are transforming car development</a:t>
              </a:r>
              <a:endParaRPr lang="en-US" sz="2800" dirty="0">
                <a:solidFill>
                  <a:srgbClr val="FF5F3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4999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1604BFE-B48A-8956-D03B-5E09D5178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49" y="4149328"/>
            <a:ext cx="10931825" cy="198834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QUESTIONS?</a:t>
            </a:r>
          </a:p>
        </p:txBody>
      </p:sp>
      <p:sp>
        <p:nvSpPr>
          <p:cNvPr id="2" name="Espace réservé du numéro de diapositive 20">
            <a:extLst>
              <a:ext uri="{FF2B5EF4-FFF2-40B4-BE49-F238E27FC236}">
                <a16:creationId xmlns:a16="http://schemas.microsoft.com/office/drawing/2014/main" id="{3F68261F-33C5-185C-8604-60E80B5B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715500"/>
            <a:ext cx="2133600" cy="365125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&lt;</a:t>
            </a:r>
            <a:fld id="{B6F15528-21DE-4FAA-801E-634DDDAF4B2B}" type="slidenum">
              <a:rPr lang="en-US" noProof="0" smtClean="0">
                <a:solidFill>
                  <a:schemeClr val="bg1"/>
                </a:solidFill>
              </a:rPr>
              <a:pPr/>
              <a:t>12</a:t>
            </a:fld>
            <a:r>
              <a:rPr lang="en-US" noProof="0" dirty="0">
                <a:solidFill>
                  <a:schemeClr val="bg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97346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3861</TotalTime>
  <Words>372</Words>
  <Application>Microsoft Office PowerPoint</Application>
  <PresentationFormat>Custom</PresentationFormat>
  <Paragraphs>69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Anton</vt:lpstr>
      <vt:lpstr>Calibri</vt:lpstr>
      <vt:lpstr>IBM Plex Sans Bold</vt:lpstr>
      <vt:lpstr>Aptos</vt:lpstr>
      <vt:lpstr>Arial</vt:lpstr>
      <vt:lpstr>Mulish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Réunion rentrée PGE3</dc:title>
  <dc:creator>Victor</dc:creator>
  <cp:lastModifiedBy>Victor Trencic</cp:lastModifiedBy>
  <cp:revision>859</cp:revision>
  <dcterms:created xsi:type="dcterms:W3CDTF">2006-08-16T00:00:00Z</dcterms:created>
  <dcterms:modified xsi:type="dcterms:W3CDTF">2025-11-28T13:51:25Z</dcterms:modified>
  <dc:identifier>DAGxLhWiRSg</dc:identifier>
</cp:coreProperties>
</file>